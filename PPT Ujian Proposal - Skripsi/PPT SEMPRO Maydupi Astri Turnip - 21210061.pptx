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1428" r:id="rId2"/>
    <p:sldId id="1416" r:id="rId3"/>
    <p:sldId id="1417" r:id="rId4"/>
    <p:sldId id="1424" r:id="rId5"/>
    <p:sldId id="1423" r:id="rId6"/>
    <p:sldId id="1422" r:id="rId7"/>
    <p:sldId id="1427" r:id="rId8"/>
    <p:sldId id="1425" r:id="rId9"/>
    <p:sldId id="1431" r:id="rId10"/>
    <p:sldId id="1432" r:id="rId11"/>
    <p:sldId id="1433" r:id="rId12"/>
    <p:sldId id="1426" r:id="rId13"/>
  </p:sldIdLst>
  <p:sldSz cx="12192000" cy="6858000"/>
  <p:notesSz cx="6858000" cy="9144000"/>
  <p:embeddedFontLst>
    <p:embeddedFont>
      <p:font typeface="Albert Sans" panose="020B0604020202020204" charset="0"/>
      <p:regular r:id="rId15"/>
      <p:bold r:id="rId16"/>
      <p:italic r:id="rId17"/>
      <p:boldItalic r:id="rId18"/>
    </p:embeddedFont>
    <p:embeddedFont>
      <p:font typeface="Albert Sans Black" panose="020B0604020202020204" charset="0"/>
      <p:bold r:id="rId19"/>
      <p:italic r:id="rId20"/>
      <p:boldItalic r:id="rId21"/>
    </p:embeddedFont>
    <p:embeddedFont>
      <p:font typeface="Albert Sans SemiBold" panose="020B060402020202020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182B68"/>
    <a:srgbClr val="052160"/>
    <a:srgbClr val="FFFFFF"/>
    <a:srgbClr val="000000"/>
    <a:srgbClr val="1D5A91"/>
    <a:srgbClr val="22497C"/>
    <a:srgbClr val="FF6600"/>
    <a:srgbClr val="0A6FBD"/>
    <a:srgbClr val="D25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338" autoAdjust="0"/>
    <p:restoredTop sz="94291" autoAdjust="0"/>
  </p:normalViewPr>
  <p:slideViewPr>
    <p:cSldViewPr snapToGrid="0">
      <p:cViewPr varScale="1">
        <p:scale>
          <a:sx n="67" d="100"/>
          <a:sy n="67" d="100"/>
        </p:scale>
        <p:origin x="198" y="-10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20" d="100"/>
          <a:sy n="120" d="100"/>
        </p:scale>
        <p:origin x="3184" y="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28D0A-E247-0E49-A46E-83315AC17FDF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0353E8-EE06-514A-8B70-11C620ADC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72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353E8-EE06-514A-8B70-11C620ADC30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86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353E8-EE06-514A-8B70-11C620ADC30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57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D1047-3986-E926-2F93-8E88C6CD4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FC606-2EAB-DAEF-4DF9-A99C57777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BBA38-F9C7-A923-372D-0ED5256C1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F7CC8-382B-EDF7-09B2-FA4FB3F49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353E8-EE06-514A-8B70-11C620ADC30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92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353E8-EE06-514A-8B70-11C620ADC30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11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D4659-47FE-3EB6-F7FE-ABCC07420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E8F9D-75CD-885C-0CB3-B5CB89F58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FC0CE-8C83-9CD1-85B7-59C5151C0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0BFC-777F-EE4A-BDEB-03E74ABCEDC1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E2095-7C51-5D4A-ECAA-D14E05968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E4C39-7A51-06C1-9293-879A7FFB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2BE3-C5E7-FD4C-BAF2-9E836F7EF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21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FE6F5-BD0D-1ACF-4CE6-52C1C1A63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915EF-C71B-74D8-7A99-6850539CF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D6EE6-DF14-4652-6A0C-D2FB5608F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0BFC-777F-EE4A-BDEB-03E74ABCEDC1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EF9F9-55C5-0151-ED4F-723EABD14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5449C-F0F1-EE8E-0C41-7FE10692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2BE3-C5E7-FD4C-BAF2-9E836F7EF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40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32FC-27B3-9D37-F4C8-B37D4D5A2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70EA8-6368-6C16-F26C-EFA123EA6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A0FA4-09F8-620A-2429-0DB1C4700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0BFC-777F-EE4A-BDEB-03E74ABCEDC1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40BDD-0954-2D5C-BA5D-45D981EB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B33E4-979F-580D-E65D-CABFAA88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2BE3-C5E7-FD4C-BAF2-9E836F7EF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11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3B5A9-FA4B-E65F-6A20-19CBAEE45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78676-0259-0CAB-E47D-4C4D6977B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16407-FA74-99F7-7E83-D9226DD1F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7193D-294D-E8B8-4402-B8F1B04DB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0BFC-777F-EE4A-BDEB-03E74ABCEDC1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A5EBD-6709-0EEE-0BD8-468EBF6D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33A1A-B25E-2188-F1AF-D4895CB99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2BE3-C5E7-FD4C-BAF2-9E836F7EF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90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F9B5-8B1B-20F8-01B2-767A17DC6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F707B-9C32-B5A7-BEC2-2B1A66718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B39FD-1EA6-D04E-19C5-5B16671D4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7B501C-3820-89E2-8AB5-8C6AF0AF6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A9884F-390A-250F-D3DB-B53C68CF8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C0EE2-29A8-B3A3-3609-B21A2E411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0BFC-777F-EE4A-BDEB-03E74ABCEDC1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1CDE90-A37F-C82E-EB3D-4CF406823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304663-6B87-AB7A-51AC-5F4B91CE2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2BE3-C5E7-FD4C-BAF2-9E836F7EF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022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F6C8F-F892-7185-4759-883751832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302D6B-3F4F-29C0-040C-065FEA728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0BFC-777F-EE4A-BDEB-03E74ABCEDC1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F78AC8-5BFF-7E27-9B7D-6F6782006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85D79-A079-478A-EFEF-C5068614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2BE3-C5E7-FD4C-BAF2-9E836F7EF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54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1697B5-E2A5-0EF5-FB6E-DB7C45CE7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0BFC-777F-EE4A-BDEB-03E74ABCEDC1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71E484-D445-701F-9CC7-F3EBD9B13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FBEC5-9DA8-DB11-50B4-7F58308CA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2BE3-C5E7-FD4C-BAF2-9E836F7EF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21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68B8-1A62-A14A-085B-8597A9EC7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63A9C-F7BE-765C-8DCF-A55575056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0FA9B-DE36-5205-E096-50AC9BF0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876B5-19C4-CD42-C1F2-E9B14094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0BFC-777F-EE4A-BDEB-03E74ABCEDC1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B9FD1-6917-7833-E806-5598D674C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17035-C4ED-7CE2-8457-4A09E551F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2BE3-C5E7-FD4C-BAF2-9E836F7EF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30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A4565-EBFA-33F0-4931-7C09C5DC9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063A90-B6BC-95E1-1E7A-28BFF1108E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01675B-B36F-8E12-6883-DF066A965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4435B-09D2-1FEC-8387-AD4D652A2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0BFC-777F-EE4A-BDEB-03E74ABCEDC1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22E0F-ADF1-C2C6-77F5-597414C2A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A1EAA-19AD-4FBB-2F67-62A21DEB8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2BE3-C5E7-FD4C-BAF2-9E836F7EF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01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B4B95-D1F4-99E9-8305-277225D39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92E8A-B4EA-1CE8-5550-336EEC0C7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51CDD-2104-D805-419C-75F3A20C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0BFC-777F-EE4A-BDEB-03E74ABCEDC1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D5384-909C-564E-5C48-611D8EE6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F6626-A957-A11D-31C9-54A41440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2BE3-C5E7-FD4C-BAF2-9E836F7EF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415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DC3CAB-1EA7-77CA-0C92-385ECC237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DB0C7-DA88-F37F-7C53-4A7B3D83D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DAF08-D390-3121-2BF1-92600316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0BFC-777F-EE4A-BDEB-03E74ABCEDC1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10CCB-0AB0-F731-3D96-73ED0C76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A9028-1D60-2DE2-4BE5-12A0730C1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2BE3-C5E7-FD4C-BAF2-9E836F7EF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92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50A086-5BE5-5942-B5F7-0CD471336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764BD-2D7E-DFAD-AD06-D83B45AD7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E96B6-AAAF-F8E8-5011-D53D95248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B0BFC-777F-EE4A-BDEB-03E74ABCEDC1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EDFEB-29FA-E0DA-1B90-8C8A549C1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3BA20-5FA2-79DA-C33E-E7FD9E6E0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C2BE3-C5E7-FD4C-BAF2-9E836F7EF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jpeg"/><Relationship Id="rId7" Type="http://schemas.microsoft.com/office/2007/relationships/hdphoto" Target="../media/hdphoto4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microsoft.com/office/2007/relationships/hdphoto" Target="../media/hdphoto5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0.jpeg"/><Relationship Id="rId7" Type="http://schemas.microsoft.com/office/2007/relationships/hdphoto" Target="../media/hdphoto6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microsoft.com/office/2007/relationships/hdphoto" Target="../media/hdphoto7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6F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FF43D97-F682-44C6-482F-C9318AC7A080}"/>
              </a:ext>
            </a:extLst>
          </p:cNvPr>
          <p:cNvSpPr/>
          <p:nvPr/>
        </p:nvSpPr>
        <p:spPr>
          <a:xfrm>
            <a:off x="-173490" y="-476451"/>
            <a:ext cx="12538981" cy="7810903"/>
          </a:xfrm>
          <a:prstGeom prst="rect">
            <a:avLst/>
          </a:prstGeom>
          <a:gradFill>
            <a:gsLst>
              <a:gs pos="0">
                <a:srgbClr val="14265E"/>
              </a:gs>
              <a:gs pos="100000">
                <a:srgbClr val="002060"/>
              </a:gs>
            </a:gsLst>
            <a:lin ang="27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59" name="!!Rectangle: Rounded Corners 9258">
            <a:extLst>
              <a:ext uri="{FF2B5EF4-FFF2-40B4-BE49-F238E27FC236}">
                <a16:creationId xmlns:a16="http://schemas.microsoft.com/office/drawing/2014/main" id="{B75CD110-0FDA-B94F-D2FF-9E709F9F1163}"/>
              </a:ext>
            </a:extLst>
          </p:cNvPr>
          <p:cNvSpPr/>
          <p:nvPr/>
        </p:nvSpPr>
        <p:spPr>
          <a:xfrm>
            <a:off x="5516302" y="1975834"/>
            <a:ext cx="1159397" cy="2906333"/>
          </a:xfrm>
          <a:prstGeom prst="roundRect">
            <a:avLst>
              <a:gd name="adj" fmla="val 11725"/>
            </a:avLst>
          </a:prstGeom>
          <a:gradFill flip="none" rotWithShape="1">
            <a:gsLst>
              <a:gs pos="100000">
                <a:srgbClr val="2B4F91"/>
              </a:gs>
              <a:gs pos="0">
                <a:schemeClr val="accent5">
                  <a:lumMod val="50000"/>
                </a:schemeClr>
              </a:gs>
            </a:gsLst>
            <a:lin ang="18900000" scaled="1"/>
            <a:tileRect/>
          </a:gradFill>
          <a:ln w="38100">
            <a:solidFill>
              <a:schemeClr val="accent5">
                <a:lumMod val="75000"/>
                <a:alpha val="64000"/>
              </a:schemeClr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!!Oval 2">
            <a:extLst>
              <a:ext uri="{FF2B5EF4-FFF2-40B4-BE49-F238E27FC236}">
                <a16:creationId xmlns:a16="http://schemas.microsoft.com/office/drawing/2014/main" id="{93BB26FA-B99B-B8DD-CC40-D27C0ADC2638}"/>
              </a:ext>
            </a:extLst>
          </p:cNvPr>
          <p:cNvSpPr/>
          <p:nvPr/>
        </p:nvSpPr>
        <p:spPr>
          <a:xfrm>
            <a:off x="4496645" y="1829645"/>
            <a:ext cx="3198710" cy="3198710"/>
          </a:xfrm>
          <a:prstGeom prst="ellipse">
            <a:avLst/>
          </a:prstGeom>
          <a:gradFill flip="none" rotWithShape="1">
            <a:gsLst>
              <a:gs pos="100000">
                <a:srgbClr val="0070C0"/>
              </a:gs>
              <a:gs pos="0">
                <a:schemeClr val="accent5">
                  <a:lumMod val="50000"/>
                </a:schemeClr>
              </a:gs>
            </a:gsLst>
            <a:lin ang="18900000" scaled="1"/>
            <a:tileRect/>
          </a:gradFill>
          <a:ln w="38100">
            <a:solidFill>
              <a:schemeClr val="accent5">
                <a:lumMod val="75000"/>
              </a:schemeClr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!!Oval 94">
            <a:extLst>
              <a:ext uri="{FF2B5EF4-FFF2-40B4-BE49-F238E27FC236}">
                <a16:creationId xmlns:a16="http://schemas.microsoft.com/office/drawing/2014/main" id="{0292CD1A-8FC1-FA70-42A1-3081205E120F}"/>
              </a:ext>
            </a:extLst>
          </p:cNvPr>
          <p:cNvSpPr/>
          <p:nvPr/>
        </p:nvSpPr>
        <p:spPr>
          <a:xfrm>
            <a:off x="16589" y="-2671413"/>
            <a:ext cx="12158822" cy="12200826"/>
          </a:xfrm>
          <a:prstGeom prst="ellipse">
            <a:avLst/>
          </a:prstGeom>
          <a:noFill/>
          <a:ln w="1905000">
            <a:solidFill>
              <a:srgbClr val="1D5A91"/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!!Oval 92a">
            <a:extLst>
              <a:ext uri="{FF2B5EF4-FFF2-40B4-BE49-F238E27FC236}">
                <a16:creationId xmlns:a16="http://schemas.microsoft.com/office/drawing/2014/main" id="{6199993B-FB9C-692D-5E4C-D3E7C674758C}"/>
              </a:ext>
            </a:extLst>
          </p:cNvPr>
          <p:cNvSpPr/>
          <p:nvPr/>
        </p:nvSpPr>
        <p:spPr>
          <a:xfrm>
            <a:off x="3095281" y="428281"/>
            <a:ext cx="6001438" cy="6001438"/>
          </a:xfrm>
          <a:prstGeom prst="ellipse">
            <a:avLst/>
          </a:prstGeom>
          <a:noFill/>
          <a:ln w="876300">
            <a:solidFill>
              <a:srgbClr val="052160"/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!!Oval 92">
            <a:extLst>
              <a:ext uri="{FF2B5EF4-FFF2-40B4-BE49-F238E27FC236}">
                <a16:creationId xmlns:a16="http://schemas.microsoft.com/office/drawing/2014/main" id="{2A7D2604-408C-F722-94C8-E1A0C1F7E303}"/>
              </a:ext>
            </a:extLst>
          </p:cNvPr>
          <p:cNvSpPr/>
          <p:nvPr/>
        </p:nvSpPr>
        <p:spPr>
          <a:xfrm>
            <a:off x="1269029" y="-1397971"/>
            <a:ext cx="9653943" cy="9653943"/>
          </a:xfrm>
          <a:prstGeom prst="ellipse">
            <a:avLst/>
          </a:prstGeom>
          <a:noFill/>
          <a:ln w="876300">
            <a:solidFill>
              <a:srgbClr val="052160"/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258" name="!!Oval 9257">
            <a:extLst>
              <a:ext uri="{FF2B5EF4-FFF2-40B4-BE49-F238E27FC236}">
                <a16:creationId xmlns:a16="http://schemas.microsoft.com/office/drawing/2014/main" id="{108B51B6-308B-2F06-0E40-998B76DA291E}"/>
              </a:ext>
            </a:extLst>
          </p:cNvPr>
          <p:cNvSpPr/>
          <p:nvPr/>
        </p:nvSpPr>
        <p:spPr>
          <a:xfrm>
            <a:off x="4496645" y="1829645"/>
            <a:ext cx="3198710" cy="3198710"/>
          </a:xfrm>
          <a:prstGeom prst="ellipse">
            <a:avLst/>
          </a:prstGeom>
          <a:gradFill flip="none" rotWithShape="1">
            <a:gsLst>
              <a:gs pos="100000">
                <a:srgbClr val="0070C0"/>
              </a:gs>
              <a:gs pos="0">
                <a:schemeClr val="accent5">
                  <a:lumMod val="50000"/>
                </a:schemeClr>
              </a:gs>
            </a:gsLst>
            <a:lin ang="18900000" scaled="1"/>
            <a:tileRect/>
          </a:gradFill>
          <a:ln w="38100">
            <a:solidFill>
              <a:schemeClr val="accent5">
                <a:lumMod val="75000"/>
              </a:schemeClr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555DCB40-F115-47E3-044D-3FD456FCE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4843427" y="2171700"/>
            <a:ext cx="2505145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60" name="Freeform: Shape 19459">
            <a:extLst>
              <a:ext uri="{FF2B5EF4-FFF2-40B4-BE49-F238E27FC236}">
                <a16:creationId xmlns:a16="http://schemas.microsoft.com/office/drawing/2014/main" id="{36C7DCF8-6D9D-1589-B075-FEF89FE5571F}"/>
              </a:ext>
            </a:extLst>
          </p:cNvPr>
          <p:cNvSpPr/>
          <p:nvPr/>
        </p:nvSpPr>
        <p:spPr>
          <a:xfrm>
            <a:off x="-42181" y="7134835"/>
            <a:ext cx="16739706" cy="7445338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91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4265E"/>
            </a:gs>
            <a:gs pos="100000">
              <a:srgbClr val="00206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95D0DDA-A4D7-57AB-5827-F7D430D9767C}"/>
              </a:ext>
            </a:extLst>
          </p:cNvPr>
          <p:cNvSpPr/>
          <p:nvPr/>
        </p:nvSpPr>
        <p:spPr>
          <a:xfrm>
            <a:off x="-173490" y="-476451"/>
            <a:ext cx="12538981" cy="7810903"/>
          </a:xfrm>
          <a:prstGeom prst="rect">
            <a:avLst/>
          </a:prstGeom>
          <a:gradFill>
            <a:gsLst>
              <a:gs pos="0">
                <a:srgbClr val="14265E"/>
              </a:gs>
              <a:gs pos="100000">
                <a:srgbClr val="002060"/>
              </a:gs>
            </a:gsLst>
            <a:lin ang="27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C75CBA-172B-9A1F-1F97-2EE4E634AD2C}"/>
              </a:ext>
            </a:extLst>
          </p:cNvPr>
          <p:cNvSpPr txBox="1"/>
          <p:nvPr/>
        </p:nvSpPr>
        <p:spPr>
          <a:xfrm>
            <a:off x="-3481407" y="2378684"/>
            <a:ext cx="49328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>
                    <a:alpha val="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Outline</a:t>
            </a:r>
          </a:p>
        </p:txBody>
      </p:sp>
      <p:sp>
        <p:nvSpPr>
          <p:cNvPr id="5" name="!!Oval 94">
            <a:extLst>
              <a:ext uri="{FF2B5EF4-FFF2-40B4-BE49-F238E27FC236}">
                <a16:creationId xmlns:a16="http://schemas.microsoft.com/office/drawing/2014/main" id="{B129FD73-0F0A-6EE8-C01E-DDA6C337043E}"/>
              </a:ext>
            </a:extLst>
          </p:cNvPr>
          <p:cNvSpPr/>
          <p:nvPr/>
        </p:nvSpPr>
        <p:spPr>
          <a:xfrm>
            <a:off x="-8284446" y="-11001125"/>
            <a:ext cx="28760892" cy="28860250"/>
          </a:xfrm>
          <a:prstGeom prst="ellipse">
            <a:avLst/>
          </a:prstGeom>
          <a:noFill/>
          <a:ln w="1905000">
            <a:solidFill>
              <a:srgbClr val="1D5A91"/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!!Oval 92a">
            <a:extLst>
              <a:ext uri="{FF2B5EF4-FFF2-40B4-BE49-F238E27FC236}">
                <a16:creationId xmlns:a16="http://schemas.microsoft.com/office/drawing/2014/main" id="{6A8C9199-74F6-D34C-2C49-F980B6F6483A}"/>
              </a:ext>
            </a:extLst>
          </p:cNvPr>
          <p:cNvSpPr/>
          <p:nvPr/>
        </p:nvSpPr>
        <p:spPr>
          <a:xfrm>
            <a:off x="-5969695" y="-8636695"/>
            <a:ext cx="24131391" cy="24131391"/>
          </a:xfrm>
          <a:prstGeom prst="ellipse">
            <a:avLst/>
          </a:prstGeom>
          <a:noFill/>
          <a:ln w="876300">
            <a:solidFill>
              <a:srgbClr val="052160"/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!!Oval 92">
            <a:extLst>
              <a:ext uri="{FF2B5EF4-FFF2-40B4-BE49-F238E27FC236}">
                <a16:creationId xmlns:a16="http://schemas.microsoft.com/office/drawing/2014/main" id="{60973449-D720-32AF-7AEC-421067AAD444}"/>
              </a:ext>
            </a:extLst>
          </p:cNvPr>
          <p:cNvSpPr/>
          <p:nvPr/>
        </p:nvSpPr>
        <p:spPr>
          <a:xfrm>
            <a:off x="-7545192" y="-10212193"/>
            <a:ext cx="27282384" cy="27282384"/>
          </a:xfrm>
          <a:prstGeom prst="ellipse">
            <a:avLst/>
          </a:prstGeom>
          <a:noFill/>
          <a:ln w="876300">
            <a:solidFill>
              <a:srgbClr val="052160"/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460" name="Freeform: Shape 19459">
            <a:extLst>
              <a:ext uri="{FF2B5EF4-FFF2-40B4-BE49-F238E27FC236}">
                <a16:creationId xmlns:a16="http://schemas.microsoft.com/office/drawing/2014/main" id="{36C7DCF8-6D9D-1589-B075-FEF89FE5571F}"/>
              </a:ext>
            </a:extLst>
          </p:cNvPr>
          <p:cNvSpPr/>
          <p:nvPr/>
        </p:nvSpPr>
        <p:spPr>
          <a:xfrm>
            <a:off x="-42181" y="5577968"/>
            <a:ext cx="16739706" cy="7445338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9247" name="Group 9246">
            <a:extLst>
              <a:ext uri="{FF2B5EF4-FFF2-40B4-BE49-F238E27FC236}">
                <a16:creationId xmlns:a16="http://schemas.microsoft.com/office/drawing/2014/main" id="{7B9C318E-61DA-326B-06D1-C1805DAE90B0}"/>
              </a:ext>
            </a:extLst>
          </p:cNvPr>
          <p:cNvGrpSpPr/>
          <p:nvPr/>
        </p:nvGrpSpPr>
        <p:grpSpPr>
          <a:xfrm>
            <a:off x="5321269" y="5758166"/>
            <a:ext cx="4291962" cy="513370"/>
            <a:chOff x="-1762829" y="5494705"/>
            <a:chExt cx="4116345" cy="513370"/>
          </a:xfrm>
        </p:grpSpPr>
        <p:sp>
          <p:nvSpPr>
            <p:cNvPr id="9250" name="TextBox 9249">
              <a:extLst>
                <a:ext uri="{FF2B5EF4-FFF2-40B4-BE49-F238E27FC236}">
                  <a16:creationId xmlns:a16="http://schemas.microsoft.com/office/drawing/2014/main" id="{3B65282B-0397-69E0-0EE9-F470249E87CA}"/>
                </a:ext>
              </a:extLst>
            </p:cNvPr>
            <p:cNvSpPr txBox="1"/>
            <p:nvPr/>
          </p:nvSpPr>
          <p:spPr>
            <a:xfrm>
              <a:off x="-1761151" y="5761854"/>
              <a:ext cx="4114667" cy="2462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sz="1600" spc="-46" dirty="0" err="1">
                  <a:solidFill>
                    <a:schemeClr val="tx1">
                      <a:alpha val="66000"/>
                    </a:schemeClr>
                  </a:solidFill>
                  <a:latin typeface="Albert Sans" pitchFamily="2" charset="0"/>
                </a:rPr>
                <a:t>Pembimbing</a:t>
              </a:r>
              <a:r>
                <a:rPr lang="en-US" sz="1600" spc="-46" dirty="0">
                  <a:solidFill>
                    <a:schemeClr val="tx1">
                      <a:alpha val="66000"/>
                    </a:schemeClr>
                  </a:solidFill>
                  <a:latin typeface="Albert Sans" pitchFamily="2" charset="0"/>
                </a:rPr>
                <a:t> I    : Quido C. Kainde St, MM, MT</a:t>
              </a:r>
            </a:p>
          </p:txBody>
        </p:sp>
        <p:sp>
          <p:nvSpPr>
            <p:cNvPr id="9252" name="TextBox 24">
              <a:extLst>
                <a:ext uri="{FF2B5EF4-FFF2-40B4-BE49-F238E27FC236}">
                  <a16:creationId xmlns:a16="http://schemas.microsoft.com/office/drawing/2014/main" id="{47B4B055-E613-8F4E-ABE6-BD4A1196F9C0}"/>
                </a:ext>
              </a:extLst>
            </p:cNvPr>
            <p:cNvSpPr txBox="1"/>
            <p:nvPr/>
          </p:nvSpPr>
          <p:spPr>
            <a:xfrm>
              <a:off x="-1762829" y="5494705"/>
              <a:ext cx="3520911" cy="246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1600" b="1" spc="-46" dirty="0">
                  <a:solidFill>
                    <a:schemeClr val="tx1">
                      <a:alpha val="66000"/>
                    </a:schemeClr>
                  </a:solidFill>
                  <a:latin typeface="Albert Sans" pitchFamily="2" charset="0"/>
                </a:rPr>
                <a:t>DOSEN PEMBIMBING :       </a:t>
              </a:r>
            </a:p>
          </p:txBody>
        </p:sp>
      </p:grpSp>
      <p:grpSp>
        <p:nvGrpSpPr>
          <p:cNvPr id="9253" name="Group 9252">
            <a:extLst>
              <a:ext uri="{FF2B5EF4-FFF2-40B4-BE49-F238E27FC236}">
                <a16:creationId xmlns:a16="http://schemas.microsoft.com/office/drawing/2014/main" id="{F3C9D359-5345-57DD-B734-5126899D1282}"/>
              </a:ext>
            </a:extLst>
          </p:cNvPr>
          <p:cNvGrpSpPr/>
          <p:nvPr/>
        </p:nvGrpSpPr>
        <p:grpSpPr>
          <a:xfrm>
            <a:off x="1000227" y="5475554"/>
            <a:ext cx="5494759" cy="762749"/>
            <a:chOff x="5567027" y="5604537"/>
            <a:chExt cx="3017658" cy="762749"/>
          </a:xfrm>
        </p:grpSpPr>
        <p:sp>
          <p:nvSpPr>
            <p:cNvPr id="9255" name="TextBox 9254">
              <a:extLst>
                <a:ext uri="{FF2B5EF4-FFF2-40B4-BE49-F238E27FC236}">
                  <a16:creationId xmlns:a16="http://schemas.microsoft.com/office/drawing/2014/main" id="{04C5C36C-B51D-CA4B-91B5-7F2E3E449208}"/>
                </a:ext>
              </a:extLst>
            </p:cNvPr>
            <p:cNvSpPr txBox="1"/>
            <p:nvPr/>
          </p:nvSpPr>
          <p:spPr>
            <a:xfrm>
              <a:off x="5573367" y="6028732"/>
              <a:ext cx="17511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600" dirty="0">
                  <a:solidFill>
                    <a:srgbClr val="FFFF00"/>
                  </a:solidFill>
                  <a:latin typeface="Albert Sans" pitchFamily="2" charset="0"/>
                </a:rPr>
                <a:t>NIM : 21 210 061</a:t>
              </a:r>
            </a:p>
          </p:txBody>
        </p:sp>
        <p:sp>
          <p:nvSpPr>
            <p:cNvPr id="9256" name="TextBox 9255">
              <a:extLst>
                <a:ext uri="{FF2B5EF4-FFF2-40B4-BE49-F238E27FC236}">
                  <a16:creationId xmlns:a16="http://schemas.microsoft.com/office/drawing/2014/main" id="{A97CDF0E-D181-E08B-7156-7503E18AD022}"/>
                </a:ext>
              </a:extLst>
            </p:cNvPr>
            <p:cNvSpPr txBox="1"/>
            <p:nvPr/>
          </p:nvSpPr>
          <p:spPr>
            <a:xfrm>
              <a:off x="5567027" y="5604537"/>
              <a:ext cx="30176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lbert Sans" pitchFamily="2" charset="0"/>
                </a:rPr>
                <a:t>Maydupi Astri Turnip</a:t>
              </a:r>
            </a:p>
          </p:txBody>
        </p:sp>
      </p:grpSp>
      <p:sp>
        <p:nvSpPr>
          <p:cNvPr id="19459" name="TextBox 19458">
            <a:extLst>
              <a:ext uri="{FF2B5EF4-FFF2-40B4-BE49-F238E27FC236}">
                <a16:creationId xmlns:a16="http://schemas.microsoft.com/office/drawing/2014/main" id="{6AAD96A4-3D66-28D2-2AC8-E7CBDD585D75}"/>
              </a:ext>
            </a:extLst>
          </p:cNvPr>
          <p:cNvSpPr txBox="1"/>
          <p:nvPr/>
        </p:nvSpPr>
        <p:spPr>
          <a:xfrm>
            <a:off x="742494" y="6538838"/>
            <a:ext cx="343972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spc="300" dirty="0">
                <a:solidFill>
                  <a:schemeClr val="tx1">
                    <a:alpha val="54000"/>
                  </a:schemeClr>
                </a:solidFill>
                <a:latin typeface="Albert Sans" pitchFamily="2" charset="0"/>
              </a:rPr>
              <a:t>FAKULTAS TEKNIK 2025</a:t>
            </a:r>
          </a:p>
        </p:txBody>
      </p:sp>
      <p:sp>
        <p:nvSpPr>
          <p:cNvPr id="9259" name="!!Rectangle: Rounded Corners 9258">
            <a:extLst>
              <a:ext uri="{FF2B5EF4-FFF2-40B4-BE49-F238E27FC236}">
                <a16:creationId xmlns:a16="http://schemas.microsoft.com/office/drawing/2014/main" id="{B75CD110-0FDA-B94F-D2FF-9E709F9F1163}"/>
              </a:ext>
            </a:extLst>
          </p:cNvPr>
          <p:cNvSpPr/>
          <p:nvPr/>
        </p:nvSpPr>
        <p:spPr>
          <a:xfrm>
            <a:off x="2383745" y="1327094"/>
            <a:ext cx="9194121" cy="2906333"/>
          </a:xfrm>
          <a:prstGeom prst="roundRect">
            <a:avLst>
              <a:gd name="adj" fmla="val 11725"/>
            </a:avLst>
          </a:prstGeom>
          <a:gradFill flip="none" rotWithShape="1">
            <a:gsLst>
              <a:gs pos="100000">
                <a:srgbClr val="2B4F91"/>
              </a:gs>
              <a:gs pos="0">
                <a:schemeClr val="accent5">
                  <a:lumMod val="50000"/>
                </a:schemeClr>
              </a:gs>
            </a:gsLst>
            <a:lin ang="18900000" scaled="1"/>
            <a:tileRect/>
          </a:gradFill>
          <a:ln w="38100">
            <a:solidFill>
              <a:schemeClr val="accent5">
                <a:lumMod val="75000"/>
                <a:alpha val="64000"/>
              </a:schemeClr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245" name="TextBox 9244">
            <a:extLst>
              <a:ext uri="{FF2B5EF4-FFF2-40B4-BE49-F238E27FC236}">
                <a16:creationId xmlns:a16="http://schemas.microsoft.com/office/drawing/2014/main" id="{B8FAB424-B7CF-8CEC-4685-CBFB1E8F4EBE}"/>
              </a:ext>
            </a:extLst>
          </p:cNvPr>
          <p:cNvSpPr txBox="1"/>
          <p:nvPr/>
        </p:nvSpPr>
        <p:spPr>
          <a:xfrm>
            <a:off x="4565096" y="1974055"/>
            <a:ext cx="675309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Albert Sans" pitchFamily="2" charset="0"/>
              </a:rPr>
              <a:t>IMPLEMENTASI SISTEM INFORMASI GEREJA KATOLIK BERBASIS CLIENT-SERVER DI GEREJA KATOLIK PAROKI SANTA MARIA RATU DAMAI, TOMOHON SELATAN.</a:t>
            </a:r>
            <a:endParaRPr lang="en-US" sz="2600" b="1" dirty="0">
              <a:solidFill>
                <a:srgbClr val="FFFF00"/>
              </a:solidFill>
              <a:latin typeface="Albert Sans" pitchFamily="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24DE4B6-30B6-0BF8-9C47-4F2627E468C9}"/>
              </a:ext>
            </a:extLst>
          </p:cNvPr>
          <p:cNvGrpSpPr/>
          <p:nvPr/>
        </p:nvGrpSpPr>
        <p:grpSpPr>
          <a:xfrm>
            <a:off x="4584147" y="1478815"/>
            <a:ext cx="6270877" cy="523220"/>
            <a:chOff x="4584147" y="1478815"/>
            <a:chExt cx="6270877" cy="523220"/>
          </a:xfrm>
        </p:grpSpPr>
        <p:sp>
          <p:nvSpPr>
            <p:cNvPr id="9246" name="TextBox 9245">
              <a:extLst>
                <a:ext uri="{FF2B5EF4-FFF2-40B4-BE49-F238E27FC236}">
                  <a16:creationId xmlns:a16="http://schemas.microsoft.com/office/drawing/2014/main" id="{018D23A6-CA88-DE31-1154-4ED986B016A8}"/>
                </a:ext>
              </a:extLst>
            </p:cNvPr>
            <p:cNvSpPr txBox="1"/>
            <p:nvPr/>
          </p:nvSpPr>
          <p:spPr>
            <a:xfrm>
              <a:off x="4584147" y="1478815"/>
              <a:ext cx="48765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>
                  <a:solidFill>
                    <a:schemeClr val="bg1">
                      <a:alpha val="71000"/>
                    </a:schemeClr>
                  </a:solidFill>
                  <a:latin typeface="Georgia Pro Black" panose="02040A02050405020203" pitchFamily="18" charset="0"/>
                </a:defRPr>
              </a:lvl1pPr>
            </a:lstStyle>
            <a:p>
              <a:r>
                <a:rPr lang="en-US" sz="2800" b="1" dirty="0">
                  <a:solidFill>
                    <a:srgbClr val="FFFF00"/>
                  </a:solidFill>
                  <a:latin typeface="Albert Sans" pitchFamily="2" charset="0"/>
                </a:rPr>
                <a:t>JUDUL PENELITIAN</a:t>
              </a:r>
            </a:p>
          </p:txBody>
        </p:sp>
        <p:sp>
          <p:nvSpPr>
            <p:cNvPr id="19462" name="Rectangle: Rounded Corners 19461">
              <a:extLst>
                <a:ext uri="{FF2B5EF4-FFF2-40B4-BE49-F238E27FC236}">
                  <a16:creationId xmlns:a16="http://schemas.microsoft.com/office/drawing/2014/main" id="{FBEC89D6-FB38-ECEA-118F-6BF9EB639A8B}"/>
                </a:ext>
              </a:extLst>
            </p:cNvPr>
            <p:cNvSpPr/>
            <p:nvPr/>
          </p:nvSpPr>
          <p:spPr>
            <a:xfrm>
              <a:off x="8066363" y="1717566"/>
              <a:ext cx="2788661" cy="45719"/>
            </a:xfrm>
            <a:prstGeom prst="roundRect">
              <a:avLst/>
            </a:prstGeom>
            <a:solidFill>
              <a:schemeClr val="bg1">
                <a:alpha val="1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464" name="TextBox 19463">
            <a:extLst>
              <a:ext uri="{FF2B5EF4-FFF2-40B4-BE49-F238E27FC236}">
                <a16:creationId xmlns:a16="http://schemas.microsoft.com/office/drawing/2014/main" id="{69DCB626-B0AE-C2C3-4F35-C0A9A06CB603}"/>
              </a:ext>
            </a:extLst>
          </p:cNvPr>
          <p:cNvSpPr txBox="1"/>
          <p:nvPr/>
        </p:nvSpPr>
        <p:spPr>
          <a:xfrm>
            <a:off x="1524470" y="2706010"/>
            <a:ext cx="1700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alpha val="0"/>
                  </a:schemeClr>
                </a:solidFill>
                <a:latin typeface="Albert Sans" pitchFamily="2" charset="0"/>
              </a:rPr>
              <a:t>BANDUNG</a:t>
            </a:r>
          </a:p>
        </p:txBody>
      </p:sp>
      <p:sp>
        <p:nvSpPr>
          <p:cNvPr id="19465" name="TextBox 19464">
            <a:extLst>
              <a:ext uri="{FF2B5EF4-FFF2-40B4-BE49-F238E27FC236}">
                <a16:creationId xmlns:a16="http://schemas.microsoft.com/office/drawing/2014/main" id="{A5F91787-2BA4-2127-0623-41197808667D}"/>
              </a:ext>
            </a:extLst>
          </p:cNvPr>
          <p:cNvSpPr txBox="1"/>
          <p:nvPr/>
        </p:nvSpPr>
        <p:spPr>
          <a:xfrm>
            <a:off x="1406360" y="2487159"/>
            <a:ext cx="16892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>
                    <a:alpha val="0"/>
                  </a:schemeClr>
                </a:solidFill>
                <a:latin typeface="Albert Sans" pitchFamily="2" charset="0"/>
              </a:rPr>
              <a:t>INSTITUT TEKNOLOGI</a:t>
            </a:r>
          </a:p>
        </p:txBody>
      </p:sp>
      <p:sp>
        <p:nvSpPr>
          <p:cNvPr id="3" name="!!Oval 2">
            <a:extLst>
              <a:ext uri="{FF2B5EF4-FFF2-40B4-BE49-F238E27FC236}">
                <a16:creationId xmlns:a16="http://schemas.microsoft.com/office/drawing/2014/main" id="{93BB26FA-B99B-B8DD-CC40-D27C0ADC2638}"/>
              </a:ext>
            </a:extLst>
          </p:cNvPr>
          <p:cNvSpPr/>
          <p:nvPr/>
        </p:nvSpPr>
        <p:spPr>
          <a:xfrm>
            <a:off x="1069671" y="1180905"/>
            <a:ext cx="3198710" cy="3198710"/>
          </a:xfrm>
          <a:prstGeom prst="ellipse">
            <a:avLst/>
          </a:prstGeom>
          <a:gradFill flip="none" rotWithShape="1">
            <a:gsLst>
              <a:gs pos="100000">
                <a:srgbClr val="0070C0"/>
              </a:gs>
              <a:gs pos="0">
                <a:schemeClr val="accent5">
                  <a:lumMod val="50000"/>
                </a:schemeClr>
              </a:gs>
            </a:gsLst>
            <a:lin ang="18900000" scaled="1"/>
            <a:tileRect/>
          </a:gradFill>
          <a:ln w="38100">
            <a:solidFill>
              <a:schemeClr val="accent5">
                <a:lumMod val="75000"/>
              </a:schemeClr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7178B-EE50-6BF3-BCCD-F58B8DEE4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771" b="96224" l="2637" r="99805">
                        <a14:foregroundMark x1="9180" y1="54167" x2="8789" y2="60547"/>
                        <a14:foregroundMark x1="38086" y1="7422" x2="43945" y2="10547"/>
                        <a14:foregroundMark x1="52051" y1="6771" x2="56055" y2="10547"/>
                        <a14:foregroundMark x1="90430" y1="37500" x2="95546" y2="40304"/>
                        <a14:foregroundMark x1="99316" y1="56120" x2="99805" y2="66927"/>
                        <a14:foregroundMark x1="97656" y1="42708" x2="95508" y2="42708"/>
                        <a14:foregroundMark x1="97461" y1="42057" x2="97461" y2="42057"/>
                        <a14:foregroundMark x1="97461" y1="42057" x2="97461" y2="42057"/>
                        <a14:foregroundMark x1="96973" y1="41667" x2="98340" y2="42969"/>
                        <a14:foregroundMark x1="2940" y1="65794" x2="3223" y2="77344"/>
                        <a14:foregroundMark x1="2899" y1="64128" x2="2912" y2="64676"/>
                        <a14:foregroundMark x1="9473" y1="92839" x2="79590" y2="95182"/>
                        <a14:foregroundMark x1="9180" y1="96094" x2="33594" y2="96224"/>
                        <a14:foregroundMark x1="33594" y1="96224" x2="47656" y2="95443"/>
                        <a14:backgroundMark x1="99512" y1="42057" x2="99707" y2="43750"/>
                        <a14:backgroundMark x1="98847" y1="42057" x2="99316" y2="42578"/>
                        <a14:backgroundMark x1="96387" y1="39323" x2="97684" y2="40765"/>
                        <a14:backgroundMark x1="4688" y1="59635" x2="293" y2="60677"/>
                        <a14:backgroundMark x1="3906" y1="59896" x2="0" y2="64714"/>
                        <a14:backgroundMark x1="1660" y1="64063" x2="195" y2="69141"/>
                        <a14:backgroundMark x1="2832" y1="57682" x2="2344" y2="608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43" r="7794" b="452"/>
          <a:stretch>
            <a:fillRect/>
          </a:stretch>
        </p:blipFill>
        <p:spPr bwMode="auto">
          <a:xfrm>
            <a:off x="1087117" y="1392864"/>
            <a:ext cx="3163424" cy="2987301"/>
          </a:xfrm>
          <a:custGeom>
            <a:avLst/>
            <a:gdLst>
              <a:gd name="connsiteX0" fmla="*/ 1215006 w 4477310"/>
              <a:gd name="connsiteY0" fmla="*/ 0 h 4228036"/>
              <a:gd name="connsiteX1" fmla="*/ 3262305 w 4477310"/>
              <a:gd name="connsiteY1" fmla="*/ 0 h 4228036"/>
              <a:gd name="connsiteX2" fmla="*/ 3305731 w 4477310"/>
              <a:gd name="connsiteY2" fmla="*/ 20920 h 4228036"/>
              <a:gd name="connsiteX3" fmla="*/ 4477310 w 4477310"/>
              <a:gd name="connsiteY3" fmla="*/ 1989381 h 4228036"/>
              <a:gd name="connsiteX4" fmla="*/ 2238655 w 4477310"/>
              <a:gd name="connsiteY4" fmla="*/ 4228036 h 4228036"/>
              <a:gd name="connsiteX5" fmla="*/ 0 w 4477310"/>
              <a:gd name="connsiteY5" fmla="*/ 1989381 h 4228036"/>
              <a:gd name="connsiteX6" fmla="*/ 1171579 w 4477310"/>
              <a:gd name="connsiteY6" fmla="*/ 20920 h 422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7310" h="4228036">
                <a:moveTo>
                  <a:pt x="1215006" y="0"/>
                </a:moveTo>
                <a:lnTo>
                  <a:pt x="3262305" y="0"/>
                </a:lnTo>
                <a:lnTo>
                  <a:pt x="3305731" y="20920"/>
                </a:lnTo>
                <a:cubicBezTo>
                  <a:pt x="4003576" y="400012"/>
                  <a:pt x="4477310" y="1139373"/>
                  <a:pt x="4477310" y="1989381"/>
                </a:cubicBezTo>
                <a:cubicBezTo>
                  <a:pt x="4477310" y="3225756"/>
                  <a:pt x="3475030" y="4228036"/>
                  <a:pt x="2238655" y="4228036"/>
                </a:cubicBezTo>
                <a:cubicBezTo>
                  <a:pt x="1002280" y="4228036"/>
                  <a:pt x="0" y="3225756"/>
                  <a:pt x="0" y="1989381"/>
                </a:cubicBezTo>
                <a:cubicBezTo>
                  <a:pt x="0" y="1139373"/>
                  <a:pt x="473734" y="400012"/>
                  <a:pt x="1171579" y="2092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58" name="!!Oval 9257">
            <a:extLst>
              <a:ext uri="{FF2B5EF4-FFF2-40B4-BE49-F238E27FC236}">
                <a16:creationId xmlns:a16="http://schemas.microsoft.com/office/drawing/2014/main" id="{108B51B6-308B-2F06-0E40-998B76DA291E}"/>
              </a:ext>
            </a:extLst>
          </p:cNvPr>
          <p:cNvSpPr/>
          <p:nvPr/>
        </p:nvSpPr>
        <p:spPr>
          <a:xfrm>
            <a:off x="1069671" y="1180905"/>
            <a:ext cx="3198710" cy="3198710"/>
          </a:xfrm>
          <a:prstGeom prst="ellipse">
            <a:avLst/>
          </a:prstGeom>
          <a:gradFill flip="none" rotWithShape="1">
            <a:gsLst>
              <a:gs pos="100000">
                <a:srgbClr val="0070C0"/>
              </a:gs>
              <a:gs pos="0">
                <a:schemeClr val="accent5">
                  <a:lumMod val="50000"/>
                </a:schemeClr>
              </a:gs>
            </a:gsLst>
            <a:lin ang="18900000" scaled="1"/>
            <a:tileRect/>
          </a:gradFill>
          <a:ln w="38100">
            <a:solidFill>
              <a:schemeClr val="accent5">
                <a:lumMod val="75000"/>
              </a:schemeClr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555DCB40-F115-47E3-044D-3FD456FCE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414456" y="1522960"/>
            <a:ext cx="2509139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20C3F0-BE30-FE15-F0FC-C579E14AA3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5073" r="-5311" b="18507"/>
          <a:stretch/>
        </p:blipFill>
        <p:spPr>
          <a:xfrm>
            <a:off x="93131" y="5577968"/>
            <a:ext cx="896104" cy="79599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326421-7515-3E60-BFF5-9A1E3491A809}"/>
              </a:ext>
            </a:extLst>
          </p:cNvPr>
          <p:cNvCxnSpPr/>
          <p:nvPr/>
        </p:nvCxnSpPr>
        <p:spPr>
          <a:xfrm>
            <a:off x="1130965" y="6271536"/>
            <a:ext cx="270840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849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25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/>
      <p:bldP spid="92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4265E"/>
            </a:gs>
            <a:gs pos="100000">
              <a:srgbClr val="00206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!!Oval 9257">
            <a:extLst>
              <a:ext uri="{FF2B5EF4-FFF2-40B4-BE49-F238E27FC236}">
                <a16:creationId xmlns:a16="http://schemas.microsoft.com/office/drawing/2014/main" id="{FF3C53E4-CA7F-31D2-CADC-130340B0217B}"/>
              </a:ext>
            </a:extLst>
          </p:cNvPr>
          <p:cNvSpPr/>
          <p:nvPr/>
        </p:nvSpPr>
        <p:spPr>
          <a:xfrm>
            <a:off x="127991" y="130619"/>
            <a:ext cx="598415" cy="598415"/>
          </a:xfrm>
          <a:prstGeom prst="ellipse">
            <a:avLst/>
          </a:prstGeom>
          <a:gradFill flip="none" rotWithShape="1">
            <a:gsLst>
              <a:gs pos="100000">
                <a:srgbClr val="0070C0">
                  <a:alpha val="0"/>
                  <a:lumMod val="94000"/>
                </a:srgbClr>
              </a:gs>
              <a:gs pos="0">
                <a:schemeClr val="accent5">
                  <a:lumMod val="50000"/>
                  <a:alpha val="0"/>
                </a:schemeClr>
              </a:gs>
            </a:gsLst>
            <a:lin ang="18900000" scaled="1"/>
            <a:tileRect/>
          </a:gradFill>
          <a:ln w="38100">
            <a:solidFill>
              <a:schemeClr val="accent5">
                <a:lumMod val="75000"/>
                <a:alpha val="0"/>
              </a:schemeClr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0E76985-56D4-14A7-2F98-D83666A3D489}"/>
              </a:ext>
            </a:extLst>
          </p:cNvPr>
          <p:cNvSpPr/>
          <p:nvPr/>
        </p:nvSpPr>
        <p:spPr>
          <a:xfrm>
            <a:off x="-3821562" y="437084"/>
            <a:ext cx="16739706" cy="7445338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FF3223-C331-30DE-26BA-B74BF6ACFBA8}"/>
              </a:ext>
            </a:extLst>
          </p:cNvPr>
          <p:cNvSpPr txBox="1"/>
          <p:nvPr/>
        </p:nvSpPr>
        <p:spPr>
          <a:xfrm>
            <a:off x="993397" y="2616488"/>
            <a:ext cx="5432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Perkembangan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teknologi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informasi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mempengaruhi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berbagai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aspek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kehidupan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,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termasuk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organisasi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keagamaan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46740-6143-A8C7-D276-F2D4A4C09A35}"/>
              </a:ext>
            </a:extLst>
          </p:cNvPr>
          <p:cNvSpPr txBox="1"/>
          <p:nvPr/>
        </p:nvSpPr>
        <p:spPr>
          <a:xfrm>
            <a:off x="993398" y="3568396"/>
            <a:ext cx="56135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Gereja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Katolik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Paroki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Santa Maria Ratu Damai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masih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menggunakan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sistem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pencatatan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manual.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Sistem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manual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memiliki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beberapa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kendala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,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yaitu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: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sulitnya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pencarian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data,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resiko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kehilangan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dan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kerusakan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data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serta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kurang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efisien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dalam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pembaruan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informasi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B077E0-D848-2F91-5B3F-AD5E3D5E1F0D}"/>
              </a:ext>
            </a:extLst>
          </p:cNvPr>
          <p:cNvSpPr txBox="1"/>
          <p:nvPr/>
        </p:nvSpPr>
        <p:spPr>
          <a:xfrm>
            <a:off x="993397" y="4979451"/>
            <a:ext cx="5638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Implementasi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sistem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informasi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berbasis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client-server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dapat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meningkatkan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efisiensi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dan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efektivitas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operasional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dirty="0" err="1">
                <a:latin typeface="Albert Sans" pitchFamily="2" charset="0"/>
                <a:cs typeface="Latha" panose="020B0502040204020203" pitchFamily="34" charset="0"/>
              </a:rPr>
              <a:t>gereja</a:t>
            </a:r>
            <a:r>
              <a:rPr lang="en-US" sz="1600" dirty="0">
                <a:latin typeface="Albert Sans" pitchFamily="2" charset="0"/>
                <a:cs typeface="Latha" panose="020B0502040204020203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7CF39F-3602-01F1-8CFB-93A56BB4C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29116" y="130619"/>
            <a:ext cx="596164" cy="59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F39E4-3D8F-7395-987D-046100DFB3F8}"/>
              </a:ext>
            </a:extLst>
          </p:cNvPr>
          <p:cNvSpPr txBox="1"/>
          <p:nvPr/>
        </p:nvSpPr>
        <p:spPr>
          <a:xfrm>
            <a:off x="2696180" y="1651566"/>
            <a:ext cx="3065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54F85"/>
                </a:solidFill>
                <a:latin typeface="Albert Sans" pitchFamily="2" charset="0"/>
                <a:cs typeface="Latha" panose="020B0502040204020203" pitchFamily="34" charset="0"/>
              </a:rPr>
              <a:t>LATAR BELAKANG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F6AFD26-EA73-B746-8D8C-0939AB525C7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45455" y="1676324"/>
            <a:ext cx="491909" cy="491909"/>
          </a:xfrm>
          <a:prstGeom prst="rect">
            <a:avLst/>
          </a:prstGeom>
        </p:spPr>
      </p:pic>
      <p:cxnSp>
        <p:nvCxnSpPr>
          <p:cNvPr id="34" name="!!a1">
            <a:extLst>
              <a:ext uri="{FF2B5EF4-FFF2-40B4-BE49-F238E27FC236}">
                <a16:creationId xmlns:a16="http://schemas.microsoft.com/office/drawing/2014/main" id="{FBFDFEFC-DE77-5629-19DE-701D632A3E32}"/>
              </a:ext>
            </a:extLst>
          </p:cNvPr>
          <p:cNvCxnSpPr>
            <a:cxnSpLocks/>
          </p:cNvCxnSpPr>
          <p:nvPr/>
        </p:nvCxnSpPr>
        <p:spPr>
          <a:xfrm>
            <a:off x="2696180" y="2135009"/>
            <a:ext cx="2740436" cy="0"/>
          </a:xfrm>
          <a:prstGeom prst="line">
            <a:avLst/>
          </a:prstGeom>
          <a:ln>
            <a:solidFill>
              <a:schemeClr val="bg2">
                <a:lumMod val="50000"/>
                <a:alpha val="76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2D4896D1-0E12-8B5C-BD24-50F7505009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7591" y="2777604"/>
            <a:ext cx="482756" cy="48275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1265CF5-4E8E-46A5-2D9A-F54182A21E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1403" y="3988737"/>
            <a:ext cx="482756" cy="48275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5235F1E-326F-1920-9065-77D677ADCB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1239" y="5037444"/>
            <a:ext cx="482756" cy="482756"/>
          </a:xfrm>
          <a:prstGeom prst="rect">
            <a:avLst/>
          </a:prstGeom>
        </p:spPr>
      </p:pic>
      <p:sp>
        <p:nvSpPr>
          <p:cNvPr id="35" name="!!Oval 2">
            <a:extLst>
              <a:ext uri="{FF2B5EF4-FFF2-40B4-BE49-F238E27FC236}">
                <a16:creationId xmlns:a16="http://schemas.microsoft.com/office/drawing/2014/main" id="{55DCD176-AD32-D650-47CA-296E02A47020}"/>
              </a:ext>
            </a:extLst>
          </p:cNvPr>
          <p:cNvSpPr/>
          <p:nvPr/>
        </p:nvSpPr>
        <p:spPr>
          <a:xfrm>
            <a:off x="6586876" y="1971065"/>
            <a:ext cx="4477310" cy="4477310"/>
          </a:xfrm>
          <a:prstGeom prst="ellipse">
            <a:avLst/>
          </a:prstGeom>
          <a:solidFill>
            <a:srgbClr val="FFC000"/>
          </a:solidFill>
          <a:ln w="88900">
            <a:solidFill>
              <a:srgbClr val="254F85"/>
            </a:solidFill>
          </a:ln>
          <a:effectLst>
            <a:outerShdw blurRad="444500" dist="190500" dir="9600000" algn="tr" rotWithShape="0">
              <a:srgbClr val="FFC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!!s1">
            <a:extLst>
              <a:ext uri="{FF2B5EF4-FFF2-40B4-BE49-F238E27FC236}">
                <a16:creationId xmlns:a16="http://schemas.microsoft.com/office/drawing/2014/main" id="{CD1DD504-D457-6A45-04A9-7BA5F4DECA7D}"/>
              </a:ext>
            </a:extLst>
          </p:cNvPr>
          <p:cNvSpPr/>
          <p:nvPr/>
        </p:nvSpPr>
        <p:spPr>
          <a:xfrm>
            <a:off x="2104660" y="7199705"/>
            <a:ext cx="3468546" cy="644180"/>
          </a:xfrm>
          <a:prstGeom prst="roundRect">
            <a:avLst/>
          </a:prstGeom>
          <a:solidFill>
            <a:srgbClr val="0F255F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A7892D-B7A2-75FD-2D74-09E8E2F8392A}"/>
              </a:ext>
            </a:extLst>
          </p:cNvPr>
          <p:cNvSpPr txBox="1"/>
          <p:nvPr/>
        </p:nvSpPr>
        <p:spPr>
          <a:xfrm>
            <a:off x="2911993" y="7290963"/>
            <a:ext cx="1853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lbert Sans Black" pitchFamily="2" charset="0"/>
              </a:rPr>
              <a:t>TUJUAN</a:t>
            </a:r>
            <a:endParaRPr lang="en-US" sz="2400" dirty="0">
              <a:solidFill>
                <a:schemeClr val="bg1"/>
              </a:solidFill>
              <a:latin typeface="Albert Sans Black" pitchFamily="2" charset="0"/>
            </a:endParaRPr>
          </a:p>
        </p:txBody>
      </p:sp>
      <p:sp>
        <p:nvSpPr>
          <p:cNvPr id="47" name="!!s2">
            <a:extLst>
              <a:ext uri="{FF2B5EF4-FFF2-40B4-BE49-F238E27FC236}">
                <a16:creationId xmlns:a16="http://schemas.microsoft.com/office/drawing/2014/main" id="{A7BA550F-6D30-A8C5-23B0-D166DA60E258}"/>
              </a:ext>
            </a:extLst>
          </p:cNvPr>
          <p:cNvSpPr/>
          <p:nvPr/>
        </p:nvSpPr>
        <p:spPr>
          <a:xfrm>
            <a:off x="6719089" y="7199705"/>
            <a:ext cx="3468546" cy="644180"/>
          </a:xfrm>
          <a:prstGeom prst="roundRect">
            <a:avLst/>
          </a:prstGeom>
          <a:solidFill>
            <a:srgbClr val="0F255F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E9872D-F516-CFA9-46D8-F3A2B3C55DF2}"/>
              </a:ext>
            </a:extLst>
          </p:cNvPr>
          <p:cNvSpPr txBox="1"/>
          <p:nvPr/>
        </p:nvSpPr>
        <p:spPr>
          <a:xfrm>
            <a:off x="7526422" y="7290963"/>
            <a:ext cx="1853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lbert Sans Black" pitchFamily="2" charset="0"/>
              </a:rPr>
              <a:t>MANFAAT</a:t>
            </a:r>
            <a:endParaRPr lang="en-US" sz="2400" dirty="0">
              <a:solidFill>
                <a:schemeClr val="bg1"/>
              </a:solidFill>
              <a:latin typeface="Albert Sans Black" pitchFamily="2" charset="0"/>
            </a:endParaRPr>
          </a:p>
        </p:txBody>
      </p:sp>
      <p:sp>
        <p:nvSpPr>
          <p:cNvPr id="18" name="!!Oval 2">
            <a:extLst>
              <a:ext uri="{FF2B5EF4-FFF2-40B4-BE49-F238E27FC236}">
                <a16:creationId xmlns:a16="http://schemas.microsoft.com/office/drawing/2014/main" id="{A5FB2711-239D-9A81-EC63-E3AC87FE57A0}"/>
              </a:ext>
            </a:extLst>
          </p:cNvPr>
          <p:cNvSpPr/>
          <p:nvPr/>
        </p:nvSpPr>
        <p:spPr>
          <a:xfrm>
            <a:off x="6574379" y="1973170"/>
            <a:ext cx="4477310" cy="4477310"/>
          </a:xfrm>
          <a:prstGeom prst="ellipse">
            <a:avLst/>
          </a:prstGeom>
          <a:blipFill>
            <a:blip r:embed="rId7"/>
            <a:stretch>
              <a:fillRect l="-482" t="-630" r="482" b="630"/>
            </a:stretch>
          </a:blipFill>
          <a:ln w="88900">
            <a:solidFill>
              <a:srgbClr val="254F85"/>
            </a:solidFill>
          </a:ln>
          <a:effectLst>
            <a:outerShdw blurRad="444500" dist="190500" dir="9600000" algn="tr" rotWithShape="0">
              <a:srgbClr val="FFC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771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0E76985-56D4-14A7-2F98-D83666A3D489}"/>
              </a:ext>
            </a:extLst>
          </p:cNvPr>
          <p:cNvSpPr/>
          <p:nvPr/>
        </p:nvSpPr>
        <p:spPr>
          <a:xfrm>
            <a:off x="-3821562" y="437084"/>
            <a:ext cx="16739706" cy="7445338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gradFill>
            <a:gsLst>
              <a:gs pos="0">
                <a:srgbClr val="14265E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!!s1">
            <a:extLst>
              <a:ext uri="{FF2B5EF4-FFF2-40B4-BE49-F238E27FC236}">
                <a16:creationId xmlns:a16="http://schemas.microsoft.com/office/drawing/2014/main" id="{6944B2F9-EE27-EBBE-9A2E-750925BB38DA}"/>
              </a:ext>
            </a:extLst>
          </p:cNvPr>
          <p:cNvSpPr/>
          <p:nvPr/>
        </p:nvSpPr>
        <p:spPr>
          <a:xfrm>
            <a:off x="5981236" y="3279917"/>
            <a:ext cx="4912916" cy="650562"/>
          </a:xfrm>
          <a:prstGeom prst="roundRect">
            <a:avLst/>
          </a:prstGeom>
          <a:solidFill>
            <a:schemeClr val="lt1">
              <a:alpha val="76000"/>
            </a:schemeClr>
          </a:solidFill>
          <a:ln w="38100">
            <a:solidFill>
              <a:srgbClr val="34B300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!!s1">
            <a:extLst>
              <a:ext uri="{FF2B5EF4-FFF2-40B4-BE49-F238E27FC236}">
                <a16:creationId xmlns:a16="http://schemas.microsoft.com/office/drawing/2014/main" id="{4C509758-8A74-5803-87AC-0FC8D44E2DED}"/>
              </a:ext>
            </a:extLst>
          </p:cNvPr>
          <p:cNvSpPr/>
          <p:nvPr/>
        </p:nvSpPr>
        <p:spPr>
          <a:xfrm>
            <a:off x="5993567" y="4345798"/>
            <a:ext cx="4912916" cy="650562"/>
          </a:xfrm>
          <a:prstGeom prst="roundRect">
            <a:avLst/>
          </a:prstGeom>
          <a:solidFill>
            <a:schemeClr val="lt1">
              <a:alpha val="76000"/>
            </a:schemeClr>
          </a:solidFill>
          <a:ln w="38100">
            <a:solidFill>
              <a:srgbClr val="E960F0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!!s1">
            <a:extLst>
              <a:ext uri="{FF2B5EF4-FFF2-40B4-BE49-F238E27FC236}">
                <a16:creationId xmlns:a16="http://schemas.microsoft.com/office/drawing/2014/main" id="{82BE01C7-E536-6E6C-68A0-84FDDD25EB83}"/>
              </a:ext>
            </a:extLst>
          </p:cNvPr>
          <p:cNvSpPr/>
          <p:nvPr/>
        </p:nvSpPr>
        <p:spPr>
          <a:xfrm>
            <a:off x="5931718" y="5411680"/>
            <a:ext cx="4912916" cy="650562"/>
          </a:xfrm>
          <a:prstGeom prst="roundRect">
            <a:avLst/>
          </a:prstGeom>
          <a:solidFill>
            <a:schemeClr val="lt1">
              <a:alpha val="76000"/>
            </a:schemeClr>
          </a:solidFill>
          <a:ln w="38100">
            <a:solidFill>
              <a:srgbClr val="FF6600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7CF39F-3602-01F1-8CFB-93A56BB4C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36374" y="137877"/>
            <a:ext cx="596164" cy="59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D2D84AB-4643-8D07-6C69-95A50BD68D4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717281" y="755455"/>
            <a:ext cx="469112" cy="469112"/>
          </a:xfrm>
          <a:prstGeom prst="rect">
            <a:avLst/>
          </a:prstGeom>
        </p:spPr>
      </p:pic>
      <p:cxnSp>
        <p:nvCxnSpPr>
          <p:cNvPr id="6" name="!!a3">
            <a:extLst>
              <a:ext uri="{FF2B5EF4-FFF2-40B4-BE49-F238E27FC236}">
                <a16:creationId xmlns:a16="http://schemas.microsoft.com/office/drawing/2014/main" id="{20A6CF30-A558-77D5-0BB9-D54AA0CC1272}"/>
              </a:ext>
            </a:extLst>
          </p:cNvPr>
          <p:cNvCxnSpPr>
            <a:cxnSpLocks/>
          </p:cNvCxnSpPr>
          <p:nvPr/>
        </p:nvCxnSpPr>
        <p:spPr>
          <a:xfrm>
            <a:off x="2265566" y="1219734"/>
            <a:ext cx="3447546" cy="0"/>
          </a:xfrm>
          <a:prstGeom prst="line">
            <a:avLst/>
          </a:prstGeom>
          <a:ln>
            <a:solidFill>
              <a:schemeClr val="bg1">
                <a:alpha val="76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AC1D4CB-7C75-75CE-5C07-AA12DFDB4881}"/>
              </a:ext>
            </a:extLst>
          </p:cNvPr>
          <p:cNvSpPr txBox="1"/>
          <p:nvPr/>
        </p:nvSpPr>
        <p:spPr>
          <a:xfrm>
            <a:off x="2265566" y="742828"/>
            <a:ext cx="3985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>
                    <a:alpha val="84000"/>
                  </a:srgbClr>
                </a:solidFill>
                <a:latin typeface="Albert Sans" pitchFamily="2" charset="0"/>
                <a:cs typeface="Latha" panose="020B0502040204020203" pitchFamily="34" charset="0"/>
              </a:rPr>
              <a:t>IDENTIFIKASI MASALAH</a:t>
            </a:r>
          </a:p>
        </p:txBody>
      </p:sp>
      <p:sp>
        <p:nvSpPr>
          <p:cNvPr id="14" name="!!s2">
            <a:extLst>
              <a:ext uri="{FF2B5EF4-FFF2-40B4-BE49-F238E27FC236}">
                <a16:creationId xmlns:a16="http://schemas.microsoft.com/office/drawing/2014/main" id="{62B1D923-E3DE-4DAF-99F6-1EBCB1B37470}"/>
              </a:ext>
            </a:extLst>
          </p:cNvPr>
          <p:cNvSpPr/>
          <p:nvPr/>
        </p:nvSpPr>
        <p:spPr>
          <a:xfrm>
            <a:off x="5089661" y="4213879"/>
            <a:ext cx="1014186" cy="914400"/>
          </a:xfrm>
          <a:prstGeom prst="roundRect">
            <a:avLst/>
          </a:prstGeom>
          <a:gradFill flip="none" rotWithShape="1">
            <a:gsLst>
              <a:gs pos="34000">
                <a:srgbClr val="AC48C8"/>
              </a:gs>
              <a:gs pos="100000">
                <a:srgbClr val="7030A0"/>
              </a:gs>
              <a:gs pos="0">
                <a:srgbClr val="FB67FC"/>
              </a:gs>
            </a:gsLst>
            <a:lin ang="18900000" scaled="1"/>
            <a:tileRect/>
          </a:gradFill>
          <a:ln w="38100">
            <a:solidFill>
              <a:srgbClr val="CE55DE"/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bert Sans Black" panose="020B0604020202020204" charset="0"/>
                <a:ea typeface="+mn-ea"/>
                <a:cs typeface="+mn-cs"/>
              </a:rPr>
              <a:t>03</a:t>
            </a:r>
          </a:p>
        </p:txBody>
      </p:sp>
      <p:sp>
        <p:nvSpPr>
          <p:cNvPr id="15" name="!!s3">
            <a:extLst>
              <a:ext uri="{FF2B5EF4-FFF2-40B4-BE49-F238E27FC236}">
                <a16:creationId xmlns:a16="http://schemas.microsoft.com/office/drawing/2014/main" id="{BAFC1632-A89A-CCD9-BAE1-3770ABC03CB6}"/>
              </a:ext>
            </a:extLst>
          </p:cNvPr>
          <p:cNvSpPr/>
          <p:nvPr/>
        </p:nvSpPr>
        <p:spPr>
          <a:xfrm>
            <a:off x="5089661" y="3147998"/>
            <a:ext cx="1014186" cy="914400"/>
          </a:xfrm>
          <a:prstGeom prst="roundRect">
            <a:avLst>
              <a:gd name="adj" fmla="val 17009"/>
            </a:avLst>
          </a:prstGeom>
          <a:gradFill flip="none" rotWithShape="1">
            <a:gsLst>
              <a:gs pos="45000">
                <a:srgbClr val="4FC000"/>
              </a:gs>
              <a:gs pos="100000">
                <a:srgbClr val="009B00"/>
              </a:gs>
              <a:gs pos="0">
                <a:srgbClr val="BCF300"/>
              </a:gs>
            </a:gsLst>
            <a:lin ang="18900000" scaled="1"/>
            <a:tileRect/>
          </a:gradFill>
          <a:ln w="38100">
            <a:solidFill>
              <a:srgbClr val="65CA00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bert Sans Black" panose="020B0604020202020204" charset="0"/>
                <a:ea typeface="+mn-ea"/>
                <a:cs typeface="+mn-cs"/>
              </a:rPr>
              <a:t>02</a:t>
            </a:r>
          </a:p>
        </p:txBody>
      </p:sp>
      <p:sp>
        <p:nvSpPr>
          <p:cNvPr id="16" name="!!s4">
            <a:extLst>
              <a:ext uri="{FF2B5EF4-FFF2-40B4-BE49-F238E27FC236}">
                <a16:creationId xmlns:a16="http://schemas.microsoft.com/office/drawing/2014/main" id="{9F4A94DD-B05A-E665-566F-71C0523046EB}"/>
              </a:ext>
            </a:extLst>
          </p:cNvPr>
          <p:cNvSpPr/>
          <p:nvPr/>
        </p:nvSpPr>
        <p:spPr>
          <a:xfrm>
            <a:off x="5089661" y="5279761"/>
            <a:ext cx="1014186" cy="914400"/>
          </a:xfrm>
          <a:prstGeom prst="roundRect">
            <a:avLst>
              <a:gd name="adj" fmla="val 15342"/>
            </a:avLst>
          </a:prstGeom>
          <a:gradFill flip="none" rotWithShape="1">
            <a:gsLst>
              <a:gs pos="100000">
                <a:srgbClr val="FF6600"/>
              </a:gs>
              <a:gs pos="0">
                <a:srgbClr val="E6AF00"/>
              </a:gs>
            </a:gsLst>
            <a:lin ang="18900000" scaled="1"/>
            <a:tileRect/>
          </a:gradFill>
          <a:ln w="38100">
            <a:solidFill>
              <a:srgbClr val="FFC000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bert Sans Black" panose="020B0604020202020204" charset="0"/>
                <a:ea typeface="+mn-ea"/>
                <a:cs typeface="+mn-cs"/>
              </a:rPr>
              <a:t>04</a:t>
            </a:r>
          </a:p>
        </p:txBody>
      </p:sp>
      <p:sp>
        <p:nvSpPr>
          <p:cNvPr id="20" name="!!s1">
            <a:extLst>
              <a:ext uri="{FF2B5EF4-FFF2-40B4-BE49-F238E27FC236}">
                <a16:creationId xmlns:a16="http://schemas.microsoft.com/office/drawing/2014/main" id="{05F9CA17-F6AC-5459-94B4-811CF8233A95}"/>
              </a:ext>
            </a:extLst>
          </p:cNvPr>
          <p:cNvSpPr/>
          <p:nvPr/>
        </p:nvSpPr>
        <p:spPr>
          <a:xfrm>
            <a:off x="5981236" y="2145795"/>
            <a:ext cx="4912916" cy="795173"/>
          </a:xfrm>
          <a:prstGeom prst="roundRect">
            <a:avLst/>
          </a:prstGeom>
          <a:solidFill>
            <a:schemeClr val="lt1">
              <a:alpha val="76000"/>
            </a:schemeClr>
          </a:solidFill>
          <a:ln w="38100">
            <a:solidFill>
              <a:srgbClr val="F43857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B0A65-37F8-957E-CAA3-3D8C71C316AF}"/>
              </a:ext>
            </a:extLst>
          </p:cNvPr>
          <p:cNvSpPr txBox="1"/>
          <p:nvPr/>
        </p:nvSpPr>
        <p:spPr>
          <a:xfrm>
            <a:off x="6191218" y="5488051"/>
            <a:ext cx="4599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dirty="0" err="1">
                <a:solidFill>
                  <a:schemeClr val="accent2">
                    <a:lumMod val="75000"/>
                    <a:alpha val="92000"/>
                  </a:schemeClr>
                </a:solidFill>
                <a:latin typeface="Albert Sans" pitchFamily="2" charset="0"/>
              </a:rPr>
              <a:t>Dibutuhkan</a:t>
            </a:r>
            <a:r>
              <a:rPr lang="en-US" sz="1400" dirty="0">
                <a:solidFill>
                  <a:schemeClr val="accent2">
                    <a:lumMod val="75000"/>
                    <a:alpha val="92000"/>
                  </a:schemeClr>
                </a:solidFill>
                <a:latin typeface="Albert Sans" pitchFamily="2" charset="0"/>
              </a:rPr>
              <a:t> </a:t>
            </a:r>
            <a:r>
              <a:rPr lang="en-US" sz="1400" dirty="0" err="1">
                <a:solidFill>
                  <a:schemeClr val="accent2">
                    <a:lumMod val="75000"/>
                    <a:alpha val="92000"/>
                  </a:schemeClr>
                </a:solidFill>
                <a:latin typeface="Albert Sans" pitchFamily="2" charset="0"/>
              </a:rPr>
              <a:t>sistem</a:t>
            </a:r>
            <a:r>
              <a:rPr lang="en-US" sz="1400" dirty="0">
                <a:solidFill>
                  <a:schemeClr val="accent2">
                    <a:lumMod val="75000"/>
                    <a:alpha val="92000"/>
                  </a:schemeClr>
                </a:solidFill>
                <a:latin typeface="Albert Sans" pitchFamily="2" charset="0"/>
              </a:rPr>
              <a:t> </a:t>
            </a:r>
            <a:r>
              <a:rPr lang="en-US" sz="1400" dirty="0" err="1">
                <a:solidFill>
                  <a:schemeClr val="accent2">
                    <a:lumMod val="75000"/>
                    <a:alpha val="92000"/>
                  </a:schemeClr>
                </a:solidFill>
                <a:latin typeface="Albert Sans" pitchFamily="2" charset="0"/>
              </a:rPr>
              <a:t>informasi</a:t>
            </a:r>
            <a:r>
              <a:rPr lang="en-US" sz="1400" dirty="0">
                <a:solidFill>
                  <a:schemeClr val="accent2">
                    <a:lumMod val="75000"/>
                    <a:alpha val="92000"/>
                  </a:schemeClr>
                </a:solidFill>
                <a:latin typeface="Albert Sans" pitchFamily="2" charset="0"/>
              </a:rPr>
              <a:t> yang </a:t>
            </a:r>
            <a:r>
              <a:rPr lang="en-US" sz="1400" dirty="0" err="1">
                <a:solidFill>
                  <a:schemeClr val="accent2">
                    <a:lumMod val="75000"/>
                    <a:alpha val="92000"/>
                  </a:schemeClr>
                </a:solidFill>
                <a:latin typeface="Albert Sans" pitchFamily="2" charset="0"/>
              </a:rPr>
              <a:t>terintegrasi</a:t>
            </a:r>
            <a:r>
              <a:rPr lang="en-US" sz="1400" dirty="0">
                <a:solidFill>
                  <a:schemeClr val="accent2">
                    <a:lumMod val="75000"/>
                    <a:alpha val="92000"/>
                  </a:schemeClr>
                </a:solidFill>
                <a:latin typeface="Albert Sans" pitchFamily="2" charset="0"/>
              </a:rPr>
              <a:t> untuk </a:t>
            </a:r>
            <a:r>
              <a:rPr lang="en-US" sz="1400" dirty="0" err="1">
                <a:solidFill>
                  <a:schemeClr val="accent2">
                    <a:lumMod val="75000"/>
                    <a:alpha val="92000"/>
                  </a:schemeClr>
                </a:solidFill>
                <a:latin typeface="Albert Sans" pitchFamily="2" charset="0"/>
              </a:rPr>
              <a:t>pengelolaan</a:t>
            </a:r>
            <a:r>
              <a:rPr lang="en-US" sz="1400" dirty="0">
                <a:solidFill>
                  <a:schemeClr val="accent2">
                    <a:lumMod val="75000"/>
                    <a:alpha val="92000"/>
                  </a:schemeClr>
                </a:solidFill>
                <a:latin typeface="Albert Sans" pitchFamily="2" charset="0"/>
              </a:rPr>
              <a:t> </a:t>
            </a:r>
            <a:r>
              <a:rPr lang="en-US" sz="1400" dirty="0" err="1">
                <a:solidFill>
                  <a:schemeClr val="accent2">
                    <a:lumMod val="75000"/>
                    <a:alpha val="92000"/>
                  </a:schemeClr>
                </a:solidFill>
                <a:latin typeface="Albert Sans" pitchFamily="2" charset="0"/>
              </a:rPr>
              <a:t>gereja</a:t>
            </a:r>
            <a:r>
              <a:rPr lang="en-US" sz="1400" dirty="0">
                <a:solidFill>
                  <a:schemeClr val="accent2">
                    <a:lumMod val="75000"/>
                    <a:alpha val="92000"/>
                  </a:schemeClr>
                </a:solidFill>
                <a:latin typeface="Albert Sans" pitchFamily="2" charset="0"/>
              </a:rPr>
              <a:t> yang lebih </a:t>
            </a:r>
            <a:r>
              <a:rPr lang="en-US" sz="1400" dirty="0" err="1">
                <a:solidFill>
                  <a:schemeClr val="accent2">
                    <a:lumMod val="75000"/>
                    <a:alpha val="92000"/>
                  </a:schemeClr>
                </a:solidFill>
                <a:latin typeface="Albert Sans" pitchFamily="2" charset="0"/>
              </a:rPr>
              <a:t>efisien</a:t>
            </a:r>
            <a:r>
              <a:rPr lang="en-US" sz="1400" dirty="0">
                <a:solidFill>
                  <a:schemeClr val="accent2">
                    <a:lumMod val="75000"/>
                    <a:alpha val="92000"/>
                  </a:schemeClr>
                </a:solidFill>
                <a:latin typeface="Albert Sans" pitchFamily="2" charset="0"/>
              </a:rPr>
              <a:t>.</a:t>
            </a:r>
          </a:p>
        </p:txBody>
      </p:sp>
      <p:sp>
        <p:nvSpPr>
          <p:cNvPr id="13" name="!!s1">
            <a:extLst>
              <a:ext uri="{FF2B5EF4-FFF2-40B4-BE49-F238E27FC236}">
                <a16:creationId xmlns:a16="http://schemas.microsoft.com/office/drawing/2014/main" id="{16D4709F-EF51-9DB3-C252-E686AE705910}"/>
              </a:ext>
            </a:extLst>
          </p:cNvPr>
          <p:cNvSpPr/>
          <p:nvPr/>
        </p:nvSpPr>
        <p:spPr>
          <a:xfrm>
            <a:off x="5089661" y="2082117"/>
            <a:ext cx="1014186" cy="914400"/>
          </a:xfrm>
          <a:prstGeom prst="roundRect">
            <a:avLst/>
          </a:prstGeom>
          <a:gradFill flip="none" rotWithShape="1">
            <a:gsLst>
              <a:gs pos="100000">
                <a:srgbClr val="CF2F6E"/>
              </a:gs>
              <a:gs pos="0">
                <a:srgbClr val="F83652"/>
              </a:gs>
            </a:gsLst>
            <a:lin ang="18900000" scaled="1"/>
            <a:tileRect/>
          </a:gradFill>
          <a:ln w="38100">
            <a:solidFill>
              <a:srgbClr val="F43857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lbert Sans Black" panose="020B0604020202020204" charset="0"/>
              </a:rPr>
              <a:t>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4C2EFE-5751-46AE-FCD7-869C994E3FC9}"/>
              </a:ext>
            </a:extLst>
          </p:cNvPr>
          <p:cNvSpPr txBox="1"/>
          <p:nvPr/>
        </p:nvSpPr>
        <p:spPr>
          <a:xfrm>
            <a:off x="6191218" y="4422169"/>
            <a:ext cx="4599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>
                <a:solidFill>
                  <a:srgbClr val="461E64">
                    <a:alpha val="91765"/>
                  </a:srgbClr>
                </a:solidFill>
                <a:latin typeface="Albert Sans" pitchFamily="2" charset="0"/>
              </a:rPr>
              <a:t>Penyimpanan data fisik rentan terhadap kehilangan dan kerusakan.</a:t>
            </a:r>
            <a:endParaRPr lang="en-US" sz="1400" dirty="0">
              <a:solidFill>
                <a:srgbClr val="461E64">
                  <a:alpha val="91765"/>
                </a:srgbClr>
              </a:solidFill>
              <a:latin typeface="Albert Sans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11291A-DA08-81B5-D09E-4827F3D93136}"/>
              </a:ext>
            </a:extLst>
          </p:cNvPr>
          <p:cNvSpPr txBox="1"/>
          <p:nvPr/>
        </p:nvSpPr>
        <p:spPr>
          <a:xfrm>
            <a:off x="6191218" y="3356288"/>
            <a:ext cx="4599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Albert Sans" pitchFamily="2" charset="0"/>
              </a:rPr>
              <a:t>Pengelolaan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Albert Sans" pitchFamily="2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Albert Sans" pitchFamily="2" charset="0"/>
              </a:rPr>
              <a:t>keuangan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Albert Sans" pitchFamily="2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Albert Sans" pitchFamily="2" charset="0"/>
              </a:rPr>
              <a:t>masih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Albert Sans" pitchFamily="2" charset="0"/>
              </a:rPr>
              <a:t> offline,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Albert Sans" pitchFamily="2" charset="0"/>
              </a:rPr>
              <a:t>menyebabkan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Albert Sans" pitchFamily="2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Albert Sans" pitchFamily="2" charset="0"/>
              </a:rPr>
              <a:t>kesulitan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Albert Sans" pitchFamily="2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Albert Sans" pitchFamily="2" charset="0"/>
              </a:rPr>
              <a:t>dalam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Albert Sans" pitchFamily="2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Albert Sans" pitchFamily="2" charset="0"/>
              </a:rPr>
              <a:t>pelaporan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Albert Sans" pitchFamily="2" charset="0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CA73B4-3A2E-EB32-A068-A0EF92209880}"/>
              </a:ext>
            </a:extLst>
          </p:cNvPr>
          <p:cNvSpPr txBox="1"/>
          <p:nvPr/>
        </p:nvSpPr>
        <p:spPr>
          <a:xfrm>
            <a:off x="6191217" y="2181223"/>
            <a:ext cx="47152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dirty="0" err="1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Pengelolaan</a:t>
            </a:r>
            <a:r>
              <a:rPr lang="en-US" sz="1400" dirty="0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 data dengan </a:t>
            </a:r>
            <a:r>
              <a:rPr lang="en-US" sz="1400" dirty="0" err="1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sistem</a:t>
            </a:r>
            <a:r>
              <a:rPr lang="en-US" sz="1400" dirty="0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 manual tidak </a:t>
            </a:r>
            <a:r>
              <a:rPr lang="en-US" sz="1400" dirty="0" err="1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hanya</a:t>
            </a:r>
            <a:r>
              <a:rPr lang="en-US" sz="1400" dirty="0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 </a:t>
            </a:r>
            <a:r>
              <a:rPr lang="en-US" sz="1400" dirty="0" err="1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memakan</a:t>
            </a:r>
            <a:r>
              <a:rPr lang="en-US" sz="1400" dirty="0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 </a:t>
            </a:r>
            <a:r>
              <a:rPr lang="en-US" sz="1400" dirty="0" err="1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waktu</a:t>
            </a:r>
            <a:r>
              <a:rPr lang="en-US" sz="1400" dirty="0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 </a:t>
            </a:r>
            <a:r>
              <a:rPr lang="en-US" sz="1400" dirty="0" err="1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tetapi</a:t>
            </a:r>
            <a:r>
              <a:rPr lang="en-US" sz="1400" dirty="0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 juga  </a:t>
            </a:r>
            <a:r>
              <a:rPr lang="en-US" sz="1400" dirty="0" err="1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meningkatkan</a:t>
            </a:r>
            <a:r>
              <a:rPr lang="en-US" sz="1400" dirty="0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 </a:t>
            </a:r>
            <a:r>
              <a:rPr lang="en-US" sz="1400" dirty="0" err="1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resiko</a:t>
            </a:r>
            <a:r>
              <a:rPr lang="en-US" sz="1400" dirty="0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 </a:t>
            </a:r>
            <a:r>
              <a:rPr lang="en-US" sz="1400" dirty="0" err="1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kesalahan</a:t>
            </a:r>
            <a:r>
              <a:rPr lang="en-US" sz="1400" dirty="0">
                <a:solidFill>
                  <a:srgbClr val="C00000">
                    <a:alpha val="92000"/>
                  </a:srgbClr>
                </a:solidFill>
                <a:latin typeface="Albert Sans" pitchFamily="2" charset="0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8FBE66-7CD2-7F9C-60EA-13D179DE9B78}"/>
              </a:ext>
            </a:extLst>
          </p:cNvPr>
          <p:cNvSpPr txBox="1"/>
          <p:nvPr/>
        </p:nvSpPr>
        <p:spPr>
          <a:xfrm>
            <a:off x="-6984621" y="195331"/>
            <a:ext cx="73368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2400">
                <a:solidFill>
                  <a:schemeClr val="bg2">
                    <a:lumMod val="25000"/>
                    <a:alpha val="94000"/>
                  </a:schemeClr>
                </a:solidFill>
                <a:latin typeface="Posterama Text" panose="020B0504020200020000" pitchFamily="34" charset="0"/>
                <a:cs typeface="Latha" panose="020B0502040204020203" pitchFamily="34" charset="0"/>
              </a:defRPr>
            </a:lvl1pPr>
          </a:lstStyle>
          <a:p>
            <a:pPr algn="l"/>
            <a:r>
              <a:rPr lang="en-US" sz="5400" b="1" dirty="0" err="1">
                <a:solidFill>
                  <a:srgbClr val="2B4F91">
                    <a:alpha val="94000"/>
                  </a:srgbClr>
                </a:solidFill>
                <a:latin typeface="Albert Sans" pitchFamily="2" charset="0"/>
              </a:rPr>
              <a:t>Manfaat</a:t>
            </a:r>
            <a:r>
              <a:rPr lang="en-US" sz="5400" b="1" dirty="0">
                <a:solidFill>
                  <a:srgbClr val="2B4F91">
                    <a:alpha val="94000"/>
                  </a:srgbClr>
                </a:solidFill>
                <a:latin typeface="Albert Sans" pitchFamily="2" charset="0"/>
              </a:rPr>
              <a:t> </a:t>
            </a:r>
            <a:r>
              <a:rPr lang="en-US" sz="5400" b="1" dirty="0" err="1">
                <a:solidFill>
                  <a:srgbClr val="2B4F91">
                    <a:alpha val="94000"/>
                  </a:srgbClr>
                </a:solidFill>
                <a:latin typeface="Albert Sans" pitchFamily="2" charset="0"/>
              </a:rPr>
              <a:t>Penelitian</a:t>
            </a:r>
            <a:endParaRPr lang="en-US" sz="5400" b="1" dirty="0">
              <a:solidFill>
                <a:srgbClr val="2B4F91">
                  <a:alpha val="94000"/>
                </a:srgbClr>
              </a:solidFill>
              <a:latin typeface="Albert Sans" pitchFamily="2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F4529AF-573B-FBAF-82F0-83380B328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23" y="1624915"/>
            <a:ext cx="4667197" cy="466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397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6" grpId="0" animBg="1"/>
      <p:bldP spid="20" grpId="0" animBg="1"/>
      <p:bldP spid="9" grpId="0"/>
      <p:bldP spid="28" grpId="0"/>
      <p:bldP spid="29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0E76985-56D4-14A7-2F98-D83666A3D489}"/>
              </a:ext>
            </a:extLst>
          </p:cNvPr>
          <p:cNvSpPr/>
          <p:nvPr/>
        </p:nvSpPr>
        <p:spPr>
          <a:xfrm>
            <a:off x="-3792998" y="446209"/>
            <a:ext cx="16739706" cy="7445338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gradFill>
            <a:gsLst>
              <a:gs pos="0">
                <a:srgbClr val="14265E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7CF39F-3602-01F1-8CFB-93A56BB4C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36374" y="137877"/>
            <a:ext cx="596164" cy="59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!!a2">
            <a:extLst>
              <a:ext uri="{FF2B5EF4-FFF2-40B4-BE49-F238E27FC236}">
                <a16:creationId xmlns:a16="http://schemas.microsoft.com/office/drawing/2014/main" id="{20A6CF30-A558-77D5-0BB9-D54AA0CC1272}"/>
              </a:ext>
            </a:extLst>
          </p:cNvPr>
          <p:cNvCxnSpPr>
            <a:cxnSpLocks/>
          </p:cNvCxnSpPr>
          <p:nvPr/>
        </p:nvCxnSpPr>
        <p:spPr>
          <a:xfrm>
            <a:off x="4939968" y="1219734"/>
            <a:ext cx="3447546" cy="0"/>
          </a:xfrm>
          <a:prstGeom prst="line">
            <a:avLst/>
          </a:prstGeom>
          <a:ln>
            <a:solidFill>
              <a:schemeClr val="bg1">
                <a:alpha val="76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AC1D4CB-7C75-75CE-5C07-AA12DFDB4881}"/>
              </a:ext>
            </a:extLst>
          </p:cNvPr>
          <p:cNvSpPr txBox="1"/>
          <p:nvPr/>
        </p:nvSpPr>
        <p:spPr>
          <a:xfrm>
            <a:off x="4939968" y="742828"/>
            <a:ext cx="3688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>
                    <a:alpha val="84000"/>
                  </a:srgbClr>
                </a:solidFill>
                <a:latin typeface="Albert Sans" pitchFamily="2" charset="0"/>
                <a:cs typeface="Latha" panose="020B0502040204020203" pitchFamily="34" charset="0"/>
              </a:rPr>
              <a:t>BATASAN MASALAH</a:t>
            </a:r>
          </a:p>
        </p:txBody>
      </p:sp>
      <p:sp>
        <p:nvSpPr>
          <p:cNvPr id="13" name="!!s1">
            <a:extLst>
              <a:ext uri="{FF2B5EF4-FFF2-40B4-BE49-F238E27FC236}">
                <a16:creationId xmlns:a16="http://schemas.microsoft.com/office/drawing/2014/main" id="{16D4709F-EF51-9DB3-C252-E686AE705910}"/>
              </a:ext>
            </a:extLst>
          </p:cNvPr>
          <p:cNvSpPr/>
          <p:nvPr/>
        </p:nvSpPr>
        <p:spPr>
          <a:xfrm flipH="1">
            <a:off x="1429289" y="2012253"/>
            <a:ext cx="5141154" cy="914400"/>
          </a:xfrm>
          <a:prstGeom prst="roundRect">
            <a:avLst/>
          </a:prstGeom>
          <a:gradFill flip="none" rotWithShape="1">
            <a:gsLst>
              <a:gs pos="100000">
                <a:srgbClr val="CF2F6E"/>
              </a:gs>
              <a:gs pos="0">
                <a:srgbClr val="F83652"/>
              </a:gs>
            </a:gsLst>
            <a:lin ang="18900000" scaled="1"/>
            <a:tileRect/>
          </a:gradFill>
          <a:ln w="38100">
            <a:solidFill>
              <a:srgbClr val="F43857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!!s2">
            <a:extLst>
              <a:ext uri="{FF2B5EF4-FFF2-40B4-BE49-F238E27FC236}">
                <a16:creationId xmlns:a16="http://schemas.microsoft.com/office/drawing/2014/main" id="{62B1D923-E3DE-4DAF-99F6-1EBCB1B37470}"/>
              </a:ext>
            </a:extLst>
          </p:cNvPr>
          <p:cNvSpPr/>
          <p:nvPr/>
        </p:nvSpPr>
        <p:spPr>
          <a:xfrm flipH="1">
            <a:off x="1400725" y="4134890"/>
            <a:ext cx="5141154" cy="914400"/>
          </a:xfrm>
          <a:prstGeom prst="roundRect">
            <a:avLst/>
          </a:prstGeom>
          <a:gradFill flip="none" rotWithShape="1">
            <a:gsLst>
              <a:gs pos="34000">
                <a:srgbClr val="AC48C8"/>
              </a:gs>
              <a:gs pos="100000">
                <a:srgbClr val="7030A0"/>
              </a:gs>
              <a:gs pos="0">
                <a:srgbClr val="FB67FC"/>
              </a:gs>
            </a:gsLst>
            <a:lin ang="18900000" scaled="1"/>
            <a:tileRect/>
          </a:gradFill>
          <a:ln w="38100">
            <a:solidFill>
              <a:srgbClr val="CE55DE"/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!!s3">
            <a:extLst>
              <a:ext uri="{FF2B5EF4-FFF2-40B4-BE49-F238E27FC236}">
                <a16:creationId xmlns:a16="http://schemas.microsoft.com/office/drawing/2014/main" id="{BAFC1632-A89A-CCD9-BAE1-3770ABC03CB6}"/>
              </a:ext>
            </a:extLst>
          </p:cNvPr>
          <p:cNvSpPr/>
          <p:nvPr/>
        </p:nvSpPr>
        <p:spPr>
          <a:xfrm flipH="1">
            <a:off x="1400725" y="3069009"/>
            <a:ext cx="5141154" cy="914400"/>
          </a:xfrm>
          <a:prstGeom prst="roundRect">
            <a:avLst>
              <a:gd name="adj" fmla="val 17009"/>
            </a:avLst>
          </a:prstGeom>
          <a:gradFill flip="none" rotWithShape="1">
            <a:gsLst>
              <a:gs pos="45000">
                <a:srgbClr val="4FC000"/>
              </a:gs>
              <a:gs pos="100000">
                <a:srgbClr val="009B00"/>
              </a:gs>
              <a:gs pos="0">
                <a:srgbClr val="BCF300"/>
              </a:gs>
            </a:gsLst>
            <a:lin ang="18900000" scaled="1"/>
            <a:tileRect/>
          </a:gradFill>
          <a:ln w="38100">
            <a:solidFill>
              <a:srgbClr val="65CA00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!!s4">
            <a:extLst>
              <a:ext uri="{FF2B5EF4-FFF2-40B4-BE49-F238E27FC236}">
                <a16:creationId xmlns:a16="http://schemas.microsoft.com/office/drawing/2014/main" id="{9F4A94DD-B05A-E665-566F-71C0523046EB}"/>
              </a:ext>
            </a:extLst>
          </p:cNvPr>
          <p:cNvSpPr/>
          <p:nvPr/>
        </p:nvSpPr>
        <p:spPr>
          <a:xfrm flipH="1">
            <a:off x="1400725" y="5200772"/>
            <a:ext cx="5141154" cy="914400"/>
          </a:xfrm>
          <a:prstGeom prst="roundRect">
            <a:avLst>
              <a:gd name="adj" fmla="val 15342"/>
            </a:avLst>
          </a:prstGeom>
          <a:gradFill flip="none" rotWithShape="1">
            <a:gsLst>
              <a:gs pos="100000">
                <a:srgbClr val="FF6600"/>
              </a:gs>
              <a:gs pos="0">
                <a:srgbClr val="FFC000"/>
              </a:gs>
            </a:gsLst>
            <a:lin ang="18900000" scaled="1"/>
            <a:tileRect/>
          </a:gradFill>
          <a:ln w="38100">
            <a:solidFill>
              <a:srgbClr val="FFC000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6030E9-706A-D707-C830-5B6E0D755BCF}"/>
              </a:ext>
            </a:extLst>
          </p:cNvPr>
          <p:cNvSpPr txBox="1"/>
          <p:nvPr/>
        </p:nvSpPr>
        <p:spPr>
          <a:xfrm>
            <a:off x="2313671" y="4207370"/>
            <a:ext cx="39218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Hak </a:t>
            </a:r>
            <a:r>
              <a:rPr lang="en-US" sz="16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akses</a:t>
            </a: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Kelola data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sistem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hanya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dapat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dilakukan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oleh admin yang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telah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ditentukan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.</a:t>
            </a:r>
            <a:endParaRPr lang="en-US" sz="1400" dirty="0">
              <a:solidFill>
                <a:schemeClr val="bg1"/>
              </a:solidFill>
              <a:latin typeface="Albert Sans" pitchFamily="2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3D557A5-7FC5-BF86-4157-F4BA12088C60}"/>
              </a:ext>
            </a:extLst>
          </p:cNvPr>
          <p:cNvSpPr/>
          <p:nvPr/>
        </p:nvSpPr>
        <p:spPr>
          <a:xfrm>
            <a:off x="1548708" y="3204461"/>
            <a:ext cx="643496" cy="643496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rgbClr val="65CA00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7494A5D-5F61-EC4D-5373-CE11EC44FB00}"/>
              </a:ext>
            </a:extLst>
          </p:cNvPr>
          <p:cNvSpPr/>
          <p:nvPr/>
        </p:nvSpPr>
        <p:spPr>
          <a:xfrm>
            <a:off x="1548708" y="4270342"/>
            <a:ext cx="643496" cy="643496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solidFill>
              <a:srgbClr val="CE55DE"/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D7E9369-9474-B7D0-2D22-E9AFF678993C}"/>
              </a:ext>
            </a:extLst>
          </p:cNvPr>
          <p:cNvSpPr/>
          <p:nvPr/>
        </p:nvSpPr>
        <p:spPr>
          <a:xfrm>
            <a:off x="1548708" y="2138580"/>
            <a:ext cx="643496" cy="643496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38100">
            <a:solidFill>
              <a:srgbClr val="F43857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EA8C3B-2BF3-FB27-11A2-59FADD59D402}"/>
              </a:ext>
            </a:extLst>
          </p:cNvPr>
          <p:cNvSpPr txBox="1"/>
          <p:nvPr/>
        </p:nvSpPr>
        <p:spPr>
          <a:xfrm>
            <a:off x="2313671" y="5352081"/>
            <a:ext cx="4261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6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Sistem</a:t>
            </a: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yang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dibuat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hanya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dapat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diakses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melalui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website</a:t>
            </a:r>
            <a:endParaRPr lang="en-US" sz="1400" dirty="0">
              <a:solidFill>
                <a:schemeClr val="bg1"/>
              </a:solidFill>
              <a:latin typeface="Albert Sans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19F0E4-F679-89C6-C677-BFF25DC6619A}"/>
              </a:ext>
            </a:extLst>
          </p:cNvPr>
          <p:cNvSpPr txBox="1"/>
          <p:nvPr/>
        </p:nvSpPr>
        <p:spPr>
          <a:xfrm>
            <a:off x="2313671" y="2075608"/>
            <a:ext cx="39218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6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Implementasi</a:t>
            </a: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sistem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hanya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untuk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Gereja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Katolik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Paroki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Santa Maria Ratu Damai Tomohon Selatan</a:t>
            </a:r>
            <a:endParaRPr lang="en-US" sz="1400" dirty="0">
              <a:solidFill>
                <a:schemeClr val="bg1"/>
              </a:solidFill>
              <a:latin typeface="Albert Sans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A13EBBB-A9F6-55C6-0156-8263AA599706}"/>
              </a:ext>
            </a:extLst>
          </p:cNvPr>
          <p:cNvSpPr txBox="1"/>
          <p:nvPr/>
        </p:nvSpPr>
        <p:spPr>
          <a:xfrm>
            <a:off x="2342235" y="3150614"/>
            <a:ext cx="426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6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Fokus</a:t>
            </a: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sistem</a:t>
            </a: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: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Pengelolaan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data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umat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dan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keuangan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,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Penjadwalan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kegiatan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,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Informasi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umum</a:t>
            </a:r>
            <a:r>
              <a:rPr 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 dan </a:t>
            </a:r>
            <a:r>
              <a:rPr lang="en-US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lbert Sans" pitchFamily="2" charset="0"/>
              </a:rPr>
              <a:t>Pelaporan</a:t>
            </a:r>
            <a:endParaRPr lang="en-US" sz="1400" dirty="0">
              <a:solidFill>
                <a:schemeClr val="bg1"/>
              </a:solidFill>
              <a:latin typeface="Albert Sans" pitchFamily="2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721B08-9BD7-BF1B-5C4A-FCDEE227F420}"/>
              </a:ext>
            </a:extLst>
          </p:cNvPr>
          <p:cNvSpPr/>
          <p:nvPr/>
        </p:nvSpPr>
        <p:spPr>
          <a:xfrm>
            <a:off x="1558198" y="5365584"/>
            <a:ext cx="643496" cy="643496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ln w="38100">
            <a:solidFill>
              <a:srgbClr val="FFC000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1EF97CC-1410-C57D-B73B-82C29C0182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137" y="2329476"/>
            <a:ext cx="3372245" cy="337224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C58E513-6B8A-AFDB-D409-B638E625CFA8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576855" y="821583"/>
            <a:ext cx="388372" cy="38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6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3" grpId="0"/>
      <p:bldP spid="54" grpId="0"/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4265E"/>
            </a:gs>
            <a:gs pos="100000">
              <a:srgbClr val="00206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0E76985-56D4-14A7-2F98-D83666A3D489}"/>
              </a:ext>
            </a:extLst>
          </p:cNvPr>
          <p:cNvSpPr/>
          <p:nvPr/>
        </p:nvSpPr>
        <p:spPr>
          <a:xfrm>
            <a:off x="-3821562" y="437084"/>
            <a:ext cx="16739706" cy="7445338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8" name="!!Rectangle: Rounded Corners 9258">
            <a:extLst>
              <a:ext uri="{FF2B5EF4-FFF2-40B4-BE49-F238E27FC236}">
                <a16:creationId xmlns:a16="http://schemas.microsoft.com/office/drawing/2014/main" id="{D84A9C4B-289A-455F-9E15-7C87A0EE5206}"/>
              </a:ext>
            </a:extLst>
          </p:cNvPr>
          <p:cNvSpPr/>
          <p:nvPr/>
        </p:nvSpPr>
        <p:spPr>
          <a:xfrm flipH="1">
            <a:off x="1600200" y="1652292"/>
            <a:ext cx="9091894" cy="4768619"/>
          </a:xfrm>
          <a:prstGeom prst="roundRect">
            <a:avLst>
              <a:gd name="adj" fmla="val 6874"/>
            </a:avLst>
          </a:prstGeom>
          <a:gradFill flip="none" rotWithShape="1">
            <a:gsLst>
              <a:gs pos="100000">
                <a:srgbClr val="2B4F91"/>
              </a:gs>
              <a:gs pos="0">
                <a:schemeClr val="accent5">
                  <a:lumMod val="50000"/>
                </a:schemeClr>
              </a:gs>
            </a:gsLst>
            <a:lin ang="18900000" scaled="1"/>
            <a:tileRect/>
          </a:gradFill>
          <a:ln w="38100">
            <a:solidFill>
              <a:schemeClr val="accent5">
                <a:lumMod val="75000"/>
                <a:alpha val="64000"/>
              </a:schemeClr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B08211F8-D1D6-8B89-56CB-D5F869D9F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3493" b="3493"/>
          <a:stretch/>
        </p:blipFill>
        <p:spPr bwMode="auto">
          <a:xfrm>
            <a:off x="1600200" y="1652294"/>
            <a:ext cx="9091894" cy="4768622"/>
          </a:xfrm>
          <a:custGeom>
            <a:avLst/>
            <a:gdLst>
              <a:gd name="connsiteX0" fmla="*/ 424761 w 9091894"/>
              <a:gd name="connsiteY0" fmla="*/ 0 h 6179247"/>
              <a:gd name="connsiteX1" fmla="*/ 8667133 w 9091894"/>
              <a:gd name="connsiteY1" fmla="*/ 0 h 6179247"/>
              <a:gd name="connsiteX2" fmla="*/ 9091894 w 9091894"/>
              <a:gd name="connsiteY2" fmla="*/ 424761 h 6179247"/>
              <a:gd name="connsiteX3" fmla="*/ 9091894 w 9091894"/>
              <a:gd name="connsiteY3" fmla="*/ 5754486 h 6179247"/>
              <a:gd name="connsiteX4" fmla="*/ 8667133 w 9091894"/>
              <a:gd name="connsiteY4" fmla="*/ 6179247 h 6179247"/>
              <a:gd name="connsiteX5" fmla="*/ 424761 w 9091894"/>
              <a:gd name="connsiteY5" fmla="*/ 6179247 h 6179247"/>
              <a:gd name="connsiteX6" fmla="*/ 0 w 9091894"/>
              <a:gd name="connsiteY6" fmla="*/ 5754486 h 6179247"/>
              <a:gd name="connsiteX7" fmla="*/ 0 w 9091894"/>
              <a:gd name="connsiteY7" fmla="*/ 424761 h 6179247"/>
              <a:gd name="connsiteX8" fmla="*/ 424761 w 9091894"/>
              <a:gd name="connsiteY8" fmla="*/ 0 h 617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1894" h="6179247">
                <a:moveTo>
                  <a:pt x="424761" y="0"/>
                </a:moveTo>
                <a:lnTo>
                  <a:pt x="8667133" y="0"/>
                </a:lnTo>
                <a:cubicBezTo>
                  <a:pt x="8901722" y="0"/>
                  <a:pt x="9091894" y="190172"/>
                  <a:pt x="9091894" y="424761"/>
                </a:cubicBezTo>
                <a:lnTo>
                  <a:pt x="9091894" y="5754486"/>
                </a:lnTo>
                <a:cubicBezTo>
                  <a:pt x="9091894" y="5989075"/>
                  <a:pt x="8901722" y="6179247"/>
                  <a:pt x="8667133" y="6179247"/>
                </a:cubicBezTo>
                <a:lnTo>
                  <a:pt x="424761" y="6179247"/>
                </a:lnTo>
                <a:cubicBezTo>
                  <a:pt x="190172" y="6179247"/>
                  <a:pt x="0" y="5989075"/>
                  <a:pt x="0" y="5754486"/>
                </a:cubicBezTo>
                <a:lnTo>
                  <a:pt x="0" y="424761"/>
                </a:lnTo>
                <a:cubicBezTo>
                  <a:pt x="0" y="190172"/>
                  <a:pt x="190172" y="0"/>
                  <a:pt x="424761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7CF39F-3602-01F1-8CFB-93A56BB4C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36374" y="137877"/>
            <a:ext cx="596164" cy="59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4FAD0F6-C68F-3C4A-06A1-B5B6BE1EBD4D}"/>
              </a:ext>
            </a:extLst>
          </p:cNvPr>
          <p:cNvSpPr/>
          <p:nvPr/>
        </p:nvSpPr>
        <p:spPr>
          <a:xfrm>
            <a:off x="1597246" y="1648054"/>
            <a:ext cx="9139944" cy="4768622"/>
          </a:xfrm>
          <a:prstGeom prst="roundRect">
            <a:avLst/>
          </a:prstGeom>
          <a:solidFill>
            <a:srgbClr val="22497C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!!s1">
            <a:extLst>
              <a:ext uri="{FF2B5EF4-FFF2-40B4-BE49-F238E27FC236}">
                <a16:creationId xmlns:a16="http://schemas.microsoft.com/office/drawing/2014/main" id="{4517552C-E08D-487A-C399-D1C089D00F8D}"/>
              </a:ext>
            </a:extLst>
          </p:cNvPr>
          <p:cNvSpPr/>
          <p:nvPr/>
        </p:nvSpPr>
        <p:spPr>
          <a:xfrm>
            <a:off x="2104660" y="2246711"/>
            <a:ext cx="3468546" cy="644180"/>
          </a:xfrm>
          <a:prstGeom prst="roundRect">
            <a:avLst/>
          </a:prstGeom>
          <a:solidFill>
            <a:srgbClr val="0F255F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DB810B5-CCD0-2AE8-E875-8001553DF076}"/>
              </a:ext>
            </a:extLst>
          </p:cNvPr>
          <p:cNvSpPr txBox="1"/>
          <p:nvPr/>
        </p:nvSpPr>
        <p:spPr>
          <a:xfrm>
            <a:off x="2012986" y="2355928"/>
            <a:ext cx="3669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  <a:latin typeface="Albert Sans" panose="020B0604020202020204" charset="0"/>
              </a:rPr>
              <a:t>RUMUSAN MASALAH</a:t>
            </a:r>
            <a:endParaRPr lang="en-US" sz="2400" dirty="0">
              <a:solidFill>
                <a:srgbClr val="FFFF00"/>
              </a:solidFill>
              <a:latin typeface="Albert Sans" panose="020B0604020202020204" charset="0"/>
            </a:endParaRPr>
          </a:p>
        </p:txBody>
      </p:sp>
      <p:sp>
        <p:nvSpPr>
          <p:cNvPr id="62" name="!!s2">
            <a:extLst>
              <a:ext uri="{FF2B5EF4-FFF2-40B4-BE49-F238E27FC236}">
                <a16:creationId xmlns:a16="http://schemas.microsoft.com/office/drawing/2014/main" id="{B04FADEA-5AC8-CCAD-ADE7-A8399E058E73}"/>
              </a:ext>
            </a:extLst>
          </p:cNvPr>
          <p:cNvSpPr/>
          <p:nvPr/>
        </p:nvSpPr>
        <p:spPr>
          <a:xfrm>
            <a:off x="6719089" y="2246711"/>
            <a:ext cx="3468546" cy="644180"/>
          </a:xfrm>
          <a:prstGeom prst="roundRect">
            <a:avLst/>
          </a:prstGeom>
          <a:solidFill>
            <a:srgbClr val="0F255F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CB5E9C8-5342-9B18-8FF4-DC109B4CDD4C}"/>
              </a:ext>
            </a:extLst>
          </p:cNvPr>
          <p:cNvSpPr txBox="1"/>
          <p:nvPr/>
        </p:nvSpPr>
        <p:spPr>
          <a:xfrm>
            <a:off x="6719825" y="2355927"/>
            <a:ext cx="3468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  <a:latin typeface="Albert Sans" panose="020B0604020202020204" charset="0"/>
              </a:rPr>
              <a:t>TUJUAN PENELITIAN</a:t>
            </a:r>
            <a:endParaRPr lang="en-US" sz="2400" dirty="0">
              <a:solidFill>
                <a:srgbClr val="FFFF00"/>
              </a:solidFill>
              <a:latin typeface="Albert Sans" panose="020B0604020202020204" charset="0"/>
            </a:endParaRPr>
          </a:p>
        </p:txBody>
      </p:sp>
      <p:sp>
        <p:nvSpPr>
          <p:cNvPr id="79" name="!!s3">
            <a:extLst>
              <a:ext uri="{FF2B5EF4-FFF2-40B4-BE49-F238E27FC236}">
                <a16:creationId xmlns:a16="http://schemas.microsoft.com/office/drawing/2014/main" id="{39617708-3E4C-DD71-B4E1-2A668503CBE9}"/>
              </a:ext>
            </a:extLst>
          </p:cNvPr>
          <p:cNvSpPr/>
          <p:nvPr/>
        </p:nvSpPr>
        <p:spPr>
          <a:xfrm>
            <a:off x="2002020" y="3076594"/>
            <a:ext cx="3671858" cy="2822152"/>
          </a:xfrm>
          <a:prstGeom prst="roundRect">
            <a:avLst>
              <a:gd name="adj" fmla="val 4509"/>
            </a:avLst>
          </a:prstGeom>
          <a:solidFill>
            <a:srgbClr val="0070C0"/>
          </a:solidFill>
          <a:effectLst>
            <a:outerShdw blurRad="444500" dist="50800" dir="5400000" algn="ctr" rotWithShape="0">
              <a:srgbClr val="000000">
                <a:alpha val="23000"/>
              </a:srgbClr>
            </a:outerShdw>
          </a:effectLst>
          <a:scene3d>
            <a:camera prst="orthographicFront"/>
            <a:lightRig rig="threePt" dir="t"/>
          </a:scene3d>
          <a:sp3d contourW="12700">
            <a:contourClr>
              <a:srgbClr val="254F85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!!TX1">
            <a:extLst>
              <a:ext uri="{FF2B5EF4-FFF2-40B4-BE49-F238E27FC236}">
                <a16:creationId xmlns:a16="http://schemas.microsoft.com/office/drawing/2014/main" id="{CCF14FC8-E4BA-04AA-700B-C20820EC7AC6}"/>
              </a:ext>
            </a:extLst>
          </p:cNvPr>
          <p:cNvSpPr txBox="1"/>
          <p:nvPr/>
        </p:nvSpPr>
        <p:spPr>
          <a:xfrm>
            <a:off x="2233010" y="3165692"/>
            <a:ext cx="3336887" cy="2636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ACC1E4"/>
              </a:buClr>
            </a:pP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Bagaimana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implementasi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sistem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informasi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gereja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katolik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berbasis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client-server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dapat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meningkatkan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efisiensi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dan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efektivitas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operasional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di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Gereja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Katolik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Paroki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Santa Maria Ratu Damai, Tomohon Selatan?</a:t>
            </a:r>
          </a:p>
        </p:txBody>
      </p:sp>
      <p:sp>
        <p:nvSpPr>
          <p:cNvPr id="81" name="!!s4">
            <a:extLst>
              <a:ext uri="{FF2B5EF4-FFF2-40B4-BE49-F238E27FC236}">
                <a16:creationId xmlns:a16="http://schemas.microsoft.com/office/drawing/2014/main" id="{518D2F46-4F66-0CA9-6FF6-3E70EB17FF3C}"/>
              </a:ext>
            </a:extLst>
          </p:cNvPr>
          <p:cNvSpPr/>
          <p:nvPr/>
        </p:nvSpPr>
        <p:spPr>
          <a:xfrm>
            <a:off x="6612334" y="3076594"/>
            <a:ext cx="3671858" cy="2822152"/>
          </a:xfrm>
          <a:prstGeom prst="roundRect">
            <a:avLst>
              <a:gd name="adj" fmla="val 4509"/>
            </a:avLst>
          </a:prstGeom>
          <a:solidFill>
            <a:srgbClr val="0070C0"/>
          </a:solidFill>
          <a:effectLst>
            <a:outerShdw blurRad="444500" dist="50800" dir="5400000" algn="ctr" rotWithShape="0">
              <a:srgbClr val="000000">
                <a:alpha val="23000"/>
              </a:srgbClr>
            </a:outerShdw>
          </a:effectLst>
          <a:scene3d>
            <a:camera prst="orthographicFront"/>
            <a:lightRig rig="threePt" dir="t"/>
          </a:scene3d>
          <a:sp3d contourW="12700">
            <a:contourClr>
              <a:srgbClr val="254F85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!!TX1">
            <a:extLst>
              <a:ext uri="{FF2B5EF4-FFF2-40B4-BE49-F238E27FC236}">
                <a16:creationId xmlns:a16="http://schemas.microsoft.com/office/drawing/2014/main" id="{4769268F-0A25-E287-598B-879F6A7E3AC9}"/>
              </a:ext>
            </a:extLst>
          </p:cNvPr>
          <p:cNvSpPr txBox="1"/>
          <p:nvPr/>
        </p:nvSpPr>
        <p:spPr>
          <a:xfrm>
            <a:off x="6719089" y="3115162"/>
            <a:ext cx="3468546" cy="2636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ACC1E4"/>
              </a:buClr>
            </a:pP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Mengimplementasikan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sistem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informasi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gereja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berbasis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client-server di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Gereja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Katolik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Paroki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Santa Maria Ratu Damai, Tomohon Selatan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guna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meningkatkan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efisiensi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dan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efektivitas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operasional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0"/>
              </a:rPr>
              <a:t>gereja</a:t>
            </a:r>
            <a:r>
              <a:rPr lang="en-US" sz="1600" dirty="0">
                <a:solidFill>
                  <a:schemeClr val="bg1"/>
                </a:solidFill>
                <a:latin typeface="Albert Sans" pitchFamily="2" charset="0"/>
              </a:rPr>
              <a:t>.</a:t>
            </a:r>
          </a:p>
        </p:txBody>
      </p:sp>
      <p:pic>
        <p:nvPicPr>
          <p:cNvPr id="1026" name="Picture 2" descr="Bulb, energi, ide, solusi Ikon">
            <a:extLst>
              <a:ext uri="{FF2B5EF4-FFF2-40B4-BE49-F238E27FC236}">
                <a16:creationId xmlns:a16="http://schemas.microsoft.com/office/drawing/2014/main" id="{5F47953D-0734-184B-6993-1B5E8CE02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656" y="2246711"/>
            <a:ext cx="795246" cy="795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487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2" name="Picture 2" descr="Deretan Gedung Empat Labtek, Bukti Kemegahan Arsitektur ITB ...">
            <a:extLst>
              <a:ext uri="{FF2B5EF4-FFF2-40B4-BE49-F238E27FC236}">
                <a16:creationId xmlns:a16="http://schemas.microsoft.com/office/drawing/2014/main" id="{4992756F-60FD-BD1F-A477-299D84E3F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95625" y="-2711005"/>
            <a:ext cx="18383250" cy="1228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5807E42-D4B3-1B19-B6CC-6226BF4FDCEF}"/>
              </a:ext>
            </a:extLst>
          </p:cNvPr>
          <p:cNvSpPr/>
          <p:nvPr/>
        </p:nvSpPr>
        <p:spPr>
          <a:xfrm>
            <a:off x="-10047858" y="641952"/>
            <a:ext cx="19568795" cy="8703635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80FF6B-B64C-2095-AF40-8F1C7744D25C}"/>
              </a:ext>
            </a:extLst>
          </p:cNvPr>
          <p:cNvSpPr txBox="1"/>
          <p:nvPr/>
        </p:nvSpPr>
        <p:spPr>
          <a:xfrm>
            <a:off x="7844188" y="313689"/>
            <a:ext cx="4347812" cy="523220"/>
          </a:xfrm>
          <a:prstGeom prst="rect">
            <a:avLst/>
          </a:prstGeom>
          <a:solidFill>
            <a:srgbClr val="22497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2400">
                <a:solidFill>
                  <a:schemeClr val="bg2">
                    <a:lumMod val="25000"/>
                    <a:alpha val="94000"/>
                  </a:schemeClr>
                </a:solidFill>
                <a:latin typeface="Posterama Text" panose="020B0504020200020000" pitchFamily="34" charset="0"/>
                <a:cs typeface="Latha" panose="020B0502040204020203" pitchFamily="34" charset="0"/>
              </a:defRPr>
            </a:lvl1pPr>
          </a:lstStyle>
          <a:p>
            <a:pPr algn="l"/>
            <a:r>
              <a:rPr lang="en-US" sz="2800" b="1" dirty="0">
                <a:solidFill>
                  <a:srgbClr val="FFFF00">
                    <a:alpha val="94000"/>
                  </a:srgbClr>
                </a:solidFill>
                <a:latin typeface="Albert Sans" pitchFamily="2" charset="0"/>
              </a:rPr>
              <a:t>MANFAAT PENELITIAN</a:t>
            </a:r>
          </a:p>
        </p:txBody>
      </p:sp>
      <p:grpSp>
        <p:nvGrpSpPr>
          <p:cNvPr id="9318" name="Group 9317">
            <a:extLst>
              <a:ext uri="{FF2B5EF4-FFF2-40B4-BE49-F238E27FC236}">
                <a16:creationId xmlns:a16="http://schemas.microsoft.com/office/drawing/2014/main" id="{19B024F0-015C-7815-810D-5A2444D52681}"/>
              </a:ext>
            </a:extLst>
          </p:cNvPr>
          <p:cNvGrpSpPr/>
          <p:nvPr/>
        </p:nvGrpSpPr>
        <p:grpSpPr>
          <a:xfrm>
            <a:off x="1031414" y="919875"/>
            <a:ext cx="8406012" cy="1911011"/>
            <a:chOff x="1608105" y="1332359"/>
            <a:chExt cx="8406012" cy="2164879"/>
          </a:xfrm>
        </p:grpSpPr>
        <p:sp>
          <p:nvSpPr>
            <p:cNvPr id="9250" name="Rectangle: Top Corners Rounded 9249">
              <a:extLst>
                <a:ext uri="{FF2B5EF4-FFF2-40B4-BE49-F238E27FC236}">
                  <a16:creationId xmlns:a16="http://schemas.microsoft.com/office/drawing/2014/main" id="{0F59E164-D6F7-75E1-1F07-4AAD465403FE}"/>
                </a:ext>
              </a:extLst>
            </p:cNvPr>
            <p:cNvSpPr/>
            <p:nvPr/>
          </p:nvSpPr>
          <p:spPr>
            <a:xfrm rot="5400000">
              <a:off x="2524444" y="1247750"/>
              <a:ext cx="1856977" cy="2026195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FF6600"/>
                </a:gs>
                <a:gs pos="100000">
                  <a:schemeClr val="accent2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48" name="Rectangle: Diagonal Corners Rounded 9247">
              <a:extLst>
                <a:ext uri="{FF2B5EF4-FFF2-40B4-BE49-F238E27FC236}">
                  <a16:creationId xmlns:a16="http://schemas.microsoft.com/office/drawing/2014/main" id="{8FC73901-0B45-30FB-AA18-57CF73E873FE}"/>
                </a:ext>
              </a:extLst>
            </p:cNvPr>
            <p:cNvSpPr/>
            <p:nvPr/>
          </p:nvSpPr>
          <p:spPr>
            <a:xfrm flipV="1">
              <a:off x="1608105" y="1508896"/>
              <a:ext cx="4171197" cy="981104"/>
            </a:xfrm>
            <a:prstGeom prst="round2DiagRect">
              <a:avLst>
                <a:gd name="adj1" fmla="val 50000"/>
                <a:gd name="adj2" fmla="val 4952"/>
              </a:avLst>
            </a:prstGeom>
            <a:solidFill>
              <a:srgbClr val="FFE38B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B36E11C-265D-B040-1624-5F5BCF8FC565}"/>
                </a:ext>
              </a:extLst>
            </p:cNvPr>
            <p:cNvSpPr/>
            <p:nvPr/>
          </p:nvSpPr>
          <p:spPr>
            <a:xfrm>
              <a:off x="1867347" y="1626200"/>
              <a:ext cx="2456892" cy="6069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sz="3200" b="1" dirty="0" err="1">
                  <a:solidFill>
                    <a:srgbClr val="D25500"/>
                  </a:solidFill>
                  <a:latin typeface="Albert Sans" pitchFamily="2" charset="77"/>
                  <a:cs typeface="Catamaran SemiBold" pitchFamily="2" charset="0"/>
                </a:rPr>
                <a:t>Teoritis</a:t>
              </a:r>
              <a:endParaRPr lang="en-US" sz="3200" b="1" dirty="0">
                <a:solidFill>
                  <a:srgbClr val="D25500"/>
                </a:solidFill>
                <a:latin typeface="Albert Sans" pitchFamily="2" charset="77"/>
                <a:cs typeface="Catamaran SemiBold" pitchFamily="2" charset="0"/>
              </a:endParaRPr>
            </a:p>
          </p:txBody>
        </p:sp>
        <p:sp>
          <p:nvSpPr>
            <p:cNvPr id="9247" name="Freeform: Shape 9246">
              <a:extLst>
                <a:ext uri="{FF2B5EF4-FFF2-40B4-BE49-F238E27FC236}">
                  <a16:creationId xmlns:a16="http://schemas.microsoft.com/office/drawing/2014/main" id="{94394195-7577-83D7-C80A-05DA710719E2}"/>
                </a:ext>
              </a:extLst>
            </p:cNvPr>
            <p:cNvSpPr/>
            <p:nvPr/>
          </p:nvSpPr>
          <p:spPr>
            <a:xfrm>
              <a:off x="2439837" y="1790140"/>
              <a:ext cx="7574280" cy="1707098"/>
            </a:xfrm>
            <a:custGeom>
              <a:avLst/>
              <a:gdLst>
                <a:gd name="connsiteX0" fmla="*/ 2100262 w 7574280"/>
                <a:gd name="connsiteY0" fmla="*/ 0 h 1707098"/>
                <a:gd name="connsiteX1" fmla="*/ 7289758 w 7574280"/>
                <a:gd name="connsiteY1" fmla="*/ 0 h 1707098"/>
                <a:gd name="connsiteX2" fmla="*/ 7574280 w 7574280"/>
                <a:gd name="connsiteY2" fmla="*/ 284522 h 1707098"/>
                <a:gd name="connsiteX3" fmla="*/ 7574280 w 7574280"/>
                <a:gd name="connsiteY3" fmla="*/ 1422576 h 1707098"/>
                <a:gd name="connsiteX4" fmla="*/ 7289758 w 7574280"/>
                <a:gd name="connsiteY4" fmla="*/ 1707098 h 1707098"/>
                <a:gd name="connsiteX5" fmla="*/ 284522 w 7574280"/>
                <a:gd name="connsiteY5" fmla="*/ 1707098 h 1707098"/>
                <a:gd name="connsiteX6" fmla="*/ 0 w 7574280"/>
                <a:gd name="connsiteY6" fmla="*/ 1422576 h 1707098"/>
                <a:gd name="connsiteX7" fmla="*/ 0 w 7574280"/>
                <a:gd name="connsiteY7" fmla="*/ 696025 h 1707098"/>
                <a:gd name="connsiteX8" fmla="*/ 624233 w 7574280"/>
                <a:gd name="connsiteY8" fmla="*/ 696025 h 1707098"/>
                <a:gd name="connsiteX9" fmla="*/ 673530 w 7574280"/>
                <a:gd name="connsiteY9" fmla="*/ 696025 h 1707098"/>
                <a:gd name="connsiteX10" fmla="*/ 1418335 w 7574280"/>
                <a:gd name="connsiteY10" fmla="*/ 519729 h 1707098"/>
                <a:gd name="connsiteX11" fmla="*/ 1429588 w 7574280"/>
                <a:gd name="connsiteY11" fmla="*/ 511937 h 1707098"/>
                <a:gd name="connsiteX12" fmla="*/ 1433405 w 7574280"/>
                <a:gd name="connsiteY12" fmla="*/ 510341 h 1707098"/>
                <a:gd name="connsiteX13" fmla="*/ 2087720 w 7574280"/>
                <a:gd name="connsiteY13" fmla="*/ 8484 h 1707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74280" h="1707098">
                  <a:moveTo>
                    <a:pt x="2100262" y="0"/>
                  </a:moveTo>
                  <a:lnTo>
                    <a:pt x="7289758" y="0"/>
                  </a:lnTo>
                  <a:cubicBezTo>
                    <a:pt x="7446895" y="0"/>
                    <a:pt x="7574280" y="127385"/>
                    <a:pt x="7574280" y="284522"/>
                  </a:cubicBezTo>
                  <a:lnTo>
                    <a:pt x="7574280" y="1422576"/>
                  </a:lnTo>
                  <a:cubicBezTo>
                    <a:pt x="7574280" y="1579713"/>
                    <a:pt x="7446895" y="1707098"/>
                    <a:pt x="7289758" y="1707098"/>
                  </a:cubicBezTo>
                  <a:lnTo>
                    <a:pt x="284522" y="1707098"/>
                  </a:lnTo>
                  <a:cubicBezTo>
                    <a:pt x="127385" y="1707098"/>
                    <a:pt x="0" y="1579713"/>
                    <a:pt x="0" y="1422576"/>
                  </a:cubicBezTo>
                  <a:lnTo>
                    <a:pt x="0" y="696025"/>
                  </a:lnTo>
                  <a:lnTo>
                    <a:pt x="624233" y="696025"/>
                  </a:lnTo>
                  <a:lnTo>
                    <a:pt x="673530" y="696025"/>
                  </a:lnTo>
                  <a:cubicBezTo>
                    <a:pt x="964397" y="696025"/>
                    <a:pt x="1227727" y="628654"/>
                    <a:pt x="1418335" y="519729"/>
                  </a:cubicBezTo>
                  <a:lnTo>
                    <a:pt x="1429588" y="511937"/>
                  </a:lnTo>
                  <a:lnTo>
                    <a:pt x="1433405" y="510341"/>
                  </a:lnTo>
                  <a:cubicBezTo>
                    <a:pt x="1659255" y="397669"/>
                    <a:pt x="1849081" y="188992"/>
                    <a:pt x="2087720" y="8484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6600"/>
                </a:gs>
                <a:gs pos="100000">
                  <a:srgbClr val="D25500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444500" dist="190500" dir="78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218" name="TextBox 9217">
            <a:extLst>
              <a:ext uri="{FF2B5EF4-FFF2-40B4-BE49-F238E27FC236}">
                <a16:creationId xmlns:a16="http://schemas.microsoft.com/office/drawing/2014/main" id="{C4F1BDFE-5804-D488-AFE5-4D9AA2E3DF01}"/>
              </a:ext>
            </a:extLst>
          </p:cNvPr>
          <p:cNvSpPr txBox="1"/>
          <p:nvPr/>
        </p:nvSpPr>
        <p:spPr>
          <a:xfrm>
            <a:off x="3854171" y="1468584"/>
            <a:ext cx="537252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Menjadii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referensi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bagi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penelitian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selanjutnya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serta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Memperkaya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literatur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tentang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manajemen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administrasi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gereja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modern.</a:t>
            </a:r>
          </a:p>
        </p:txBody>
      </p:sp>
      <p:grpSp>
        <p:nvGrpSpPr>
          <p:cNvPr id="9320" name="Group 9319">
            <a:extLst>
              <a:ext uri="{FF2B5EF4-FFF2-40B4-BE49-F238E27FC236}">
                <a16:creationId xmlns:a16="http://schemas.microsoft.com/office/drawing/2014/main" id="{0EE397CE-DBEF-466B-D7A0-AA0A62445F24}"/>
              </a:ext>
            </a:extLst>
          </p:cNvPr>
          <p:cNvGrpSpPr/>
          <p:nvPr/>
        </p:nvGrpSpPr>
        <p:grpSpPr>
          <a:xfrm>
            <a:off x="915162" y="3095743"/>
            <a:ext cx="9576820" cy="3277893"/>
            <a:chOff x="1608105" y="3687140"/>
            <a:chExt cx="8406011" cy="2687390"/>
          </a:xfrm>
          <a:solidFill>
            <a:srgbClr val="1D5A91"/>
          </a:solidFill>
        </p:grpSpPr>
        <p:sp>
          <p:nvSpPr>
            <p:cNvPr id="9257" name="Rectangle: Top Corners Rounded 9256">
              <a:extLst>
                <a:ext uri="{FF2B5EF4-FFF2-40B4-BE49-F238E27FC236}">
                  <a16:creationId xmlns:a16="http://schemas.microsoft.com/office/drawing/2014/main" id="{F5C2F2F6-98CF-9112-9DC2-D18A49D9A13C}"/>
                </a:ext>
              </a:extLst>
            </p:cNvPr>
            <p:cNvSpPr/>
            <p:nvPr/>
          </p:nvSpPr>
          <p:spPr>
            <a:xfrm rot="5400000">
              <a:off x="2524444" y="3602531"/>
              <a:ext cx="1856977" cy="2026195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319" name="Group 9318">
              <a:extLst>
                <a:ext uri="{FF2B5EF4-FFF2-40B4-BE49-F238E27FC236}">
                  <a16:creationId xmlns:a16="http://schemas.microsoft.com/office/drawing/2014/main" id="{6AB630AD-EFFF-C28B-0AA4-F3EE067EA1A8}"/>
                </a:ext>
              </a:extLst>
            </p:cNvPr>
            <p:cNvGrpSpPr/>
            <p:nvPr/>
          </p:nvGrpSpPr>
          <p:grpSpPr>
            <a:xfrm>
              <a:off x="1608105" y="3858751"/>
              <a:ext cx="8406011" cy="2515779"/>
              <a:chOff x="1608105" y="3858751"/>
              <a:chExt cx="8406011" cy="2515779"/>
            </a:xfrm>
            <a:grpFill/>
          </p:grpSpPr>
          <p:sp>
            <p:nvSpPr>
              <p:cNvPr id="9251" name="Rectangle: Diagonal Corners Rounded 9250">
                <a:extLst>
                  <a:ext uri="{FF2B5EF4-FFF2-40B4-BE49-F238E27FC236}">
                    <a16:creationId xmlns:a16="http://schemas.microsoft.com/office/drawing/2014/main" id="{2C1707EE-BFFD-C464-6F82-F699381F2EF4}"/>
                  </a:ext>
                </a:extLst>
              </p:cNvPr>
              <p:cNvSpPr/>
              <p:nvPr/>
            </p:nvSpPr>
            <p:spPr>
              <a:xfrm flipV="1">
                <a:off x="1608105" y="3858751"/>
                <a:ext cx="4171197" cy="981104"/>
              </a:xfrm>
              <a:prstGeom prst="round2DiagRect">
                <a:avLst>
                  <a:gd name="adj1" fmla="val 50000"/>
                  <a:gd name="adj2" fmla="val 4952"/>
                </a:avLst>
              </a:prstGeom>
              <a:solidFill>
                <a:srgbClr val="0A6FBD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39700" prst="cross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56" name="Freeform: Shape 9255">
                <a:extLst>
                  <a:ext uri="{FF2B5EF4-FFF2-40B4-BE49-F238E27FC236}">
                    <a16:creationId xmlns:a16="http://schemas.microsoft.com/office/drawing/2014/main" id="{EF96A452-FE52-F325-1ED4-1A70AAE43BE8}"/>
                  </a:ext>
                </a:extLst>
              </p:cNvPr>
              <p:cNvSpPr/>
              <p:nvPr/>
            </p:nvSpPr>
            <p:spPr>
              <a:xfrm>
                <a:off x="2439836" y="4139994"/>
                <a:ext cx="7574280" cy="2234536"/>
              </a:xfrm>
              <a:custGeom>
                <a:avLst/>
                <a:gdLst>
                  <a:gd name="connsiteX0" fmla="*/ 2100262 w 7574280"/>
                  <a:gd name="connsiteY0" fmla="*/ 0 h 2234536"/>
                  <a:gd name="connsiteX1" fmla="*/ 7289758 w 7574280"/>
                  <a:gd name="connsiteY1" fmla="*/ 0 h 2234536"/>
                  <a:gd name="connsiteX2" fmla="*/ 7574280 w 7574280"/>
                  <a:gd name="connsiteY2" fmla="*/ 284522 h 2234536"/>
                  <a:gd name="connsiteX3" fmla="*/ 7574280 w 7574280"/>
                  <a:gd name="connsiteY3" fmla="*/ 1225561 h 2234536"/>
                  <a:gd name="connsiteX4" fmla="*/ 7574280 w 7574280"/>
                  <a:gd name="connsiteY4" fmla="*/ 1422576 h 2234536"/>
                  <a:gd name="connsiteX5" fmla="*/ 7574280 w 7574280"/>
                  <a:gd name="connsiteY5" fmla="*/ 1872714 h 2234536"/>
                  <a:gd name="connsiteX6" fmla="*/ 7212458 w 7574280"/>
                  <a:gd name="connsiteY6" fmla="*/ 2234536 h 2234536"/>
                  <a:gd name="connsiteX7" fmla="*/ 361822 w 7574280"/>
                  <a:gd name="connsiteY7" fmla="*/ 2234536 h 2234536"/>
                  <a:gd name="connsiteX8" fmla="*/ 0 w 7574280"/>
                  <a:gd name="connsiteY8" fmla="*/ 1872714 h 2234536"/>
                  <a:gd name="connsiteX9" fmla="*/ 0 w 7574280"/>
                  <a:gd name="connsiteY9" fmla="*/ 1422576 h 2234536"/>
                  <a:gd name="connsiteX10" fmla="*/ 0 w 7574280"/>
                  <a:gd name="connsiteY10" fmla="*/ 1225561 h 2234536"/>
                  <a:gd name="connsiteX11" fmla="*/ 0 w 7574280"/>
                  <a:gd name="connsiteY11" fmla="*/ 696025 h 2234536"/>
                  <a:gd name="connsiteX12" fmla="*/ 624233 w 7574280"/>
                  <a:gd name="connsiteY12" fmla="*/ 696025 h 2234536"/>
                  <a:gd name="connsiteX13" fmla="*/ 673530 w 7574280"/>
                  <a:gd name="connsiteY13" fmla="*/ 696025 h 2234536"/>
                  <a:gd name="connsiteX14" fmla="*/ 1418335 w 7574280"/>
                  <a:gd name="connsiteY14" fmla="*/ 519729 h 2234536"/>
                  <a:gd name="connsiteX15" fmla="*/ 1429588 w 7574280"/>
                  <a:gd name="connsiteY15" fmla="*/ 511937 h 2234536"/>
                  <a:gd name="connsiteX16" fmla="*/ 1433405 w 7574280"/>
                  <a:gd name="connsiteY16" fmla="*/ 510341 h 2234536"/>
                  <a:gd name="connsiteX17" fmla="*/ 2087720 w 7574280"/>
                  <a:gd name="connsiteY17" fmla="*/ 8484 h 2234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574280" h="2234536">
                    <a:moveTo>
                      <a:pt x="2100262" y="0"/>
                    </a:moveTo>
                    <a:lnTo>
                      <a:pt x="7289758" y="0"/>
                    </a:lnTo>
                    <a:cubicBezTo>
                      <a:pt x="7446895" y="0"/>
                      <a:pt x="7574280" y="127385"/>
                      <a:pt x="7574280" y="284522"/>
                    </a:cubicBezTo>
                    <a:lnTo>
                      <a:pt x="7574280" y="1225561"/>
                    </a:lnTo>
                    <a:lnTo>
                      <a:pt x="7574280" y="1422576"/>
                    </a:lnTo>
                    <a:lnTo>
                      <a:pt x="7574280" y="1872714"/>
                    </a:lnTo>
                    <a:cubicBezTo>
                      <a:pt x="7574280" y="2072543"/>
                      <a:pt x="7412287" y="2234536"/>
                      <a:pt x="7212458" y="2234536"/>
                    </a:cubicBezTo>
                    <a:lnTo>
                      <a:pt x="361822" y="2234536"/>
                    </a:lnTo>
                    <a:cubicBezTo>
                      <a:pt x="161993" y="2234536"/>
                      <a:pt x="0" y="2072543"/>
                      <a:pt x="0" y="1872714"/>
                    </a:cubicBezTo>
                    <a:lnTo>
                      <a:pt x="0" y="1422576"/>
                    </a:lnTo>
                    <a:lnTo>
                      <a:pt x="0" y="1225561"/>
                    </a:lnTo>
                    <a:lnTo>
                      <a:pt x="0" y="696025"/>
                    </a:lnTo>
                    <a:lnTo>
                      <a:pt x="624233" y="696025"/>
                    </a:lnTo>
                    <a:lnTo>
                      <a:pt x="673530" y="696025"/>
                    </a:lnTo>
                    <a:cubicBezTo>
                      <a:pt x="964397" y="696025"/>
                      <a:pt x="1227727" y="628654"/>
                      <a:pt x="1418335" y="519729"/>
                    </a:cubicBezTo>
                    <a:lnTo>
                      <a:pt x="1429588" y="511937"/>
                    </a:lnTo>
                    <a:lnTo>
                      <a:pt x="1433405" y="510341"/>
                    </a:lnTo>
                    <a:cubicBezTo>
                      <a:pt x="1659255" y="397669"/>
                      <a:pt x="1849081" y="188992"/>
                      <a:pt x="2087720" y="8484"/>
                    </a:cubicBezTo>
                    <a:close/>
                  </a:path>
                </a:pathLst>
              </a:custGeom>
              <a:solidFill>
                <a:srgbClr val="052160"/>
              </a:solidFill>
              <a:ln>
                <a:noFill/>
              </a:ln>
              <a:effectLst>
                <a:outerShdw blurRad="444500" dist="190500" dir="78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52" name="Rectangle 9251">
                <a:extLst>
                  <a:ext uri="{FF2B5EF4-FFF2-40B4-BE49-F238E27FC236}">
                    <a16:creationId xmlns:a16="http://schemas.microsoft.com/office/drawing/2014/main" id="{E3C86EA0-F2EA-89C1-83F7-8F832362F7FE}"/>
                  </a:ext>
                </a:extLst>
              </p:cNvPr>
              <p:cNvSpPr/>
              <p:nvPr/>
            </p:nvSpPr>
            <p:spPr>
              <a:xfrm>
                <a:off x="2065918" y="4025953"/>
                <a:ext cx="2456892" cy="492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3200" b="1" dirty="0" err="1">
                    <a:solidFill>
                      <a:srgbClr val="052160"/>
                    </a:solidFill>
                    <a:latin typeface="Albert Sans" pitchFamily="2" charset="77"/>
                    <a:cs typeface="Catamaran SemiBold" pitchFamily="2" charset="0"/>
                  </a:rPr>
                  <a:t>Praktis</a:t>
                </a:r>
                <a:endParaRPr lang="en-US" sz="3200" b="1" dirty="0">
                  <a:solidFill>
                    <a:srgbClr val="052160"/>
                  </a:solidFill>
                  <a:latin typeface="Albert Sans" pitchFamily="2" charset="77"/>
                  <a:cs typeface="Catamaran SemiBold" pitchFamily="2" charset="0"/>
                </a:endParaRPr>
              </a:p>
            </p:txBody>
          </p:sp>
        </p:grpSp>
      </p:grpSp>
      <p:sp>
        <p:nvSpPr>
          <p:cNvPr id="9254" name="TextBox 9253">
            <a:extLst>
              <a:ext uri="{FF2B5EF4-FFF2-40B4-BE49-F238E27FC236}">
                <a16:creationId xmlns:a16="http://schemas.microsoft.com/office/drawing/2014/main" id="{C445A0C5-60CE-C14D-9929-E6C10CA0915E}"/>
              </a:ext>
            </a:extLst>
          </p:cNvPr>
          <p:cNvSpPr txBox="1"/>
          <p:nvPr/>
        </p:nvSpPr>
        <p:spPr>
          <a:xfrm>
            <a:off x="2299392" y="3735482"/>
            <a:ext cx="802987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71700" lvl="4" indent="-342900">
              <a:spcAft>
                <a:spcPts val="1200"/>
              </a:spcAft>
              <a:buFont typeface="+mj-lt"/>
              <a:buAutoNum type="arabicPeriod"/>
            </a:pP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Meningkatkan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efisiensi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dalam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pengelolaan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data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serta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memperkuat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keamanan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informasi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jemaat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.</a:t>
            </a:r>
          </a:p>
          <a:p>
            <a:pPr marL="1714500" lvl="3" indent="-342900">
              <a:spcAft>
                <a:spcPts val="1200"/>
              </a:spcAft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Hak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akses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yang lebih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cepat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dan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akurat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terhadap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data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jemaat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mendukung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pelayanan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yang lebih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efektif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. </a:t>
            </a:r>
          </a:p>
          <a:p>
            <a:pPr marL="1714500" lvl="3" indent="-342900">
              <a:spcAft>
                <a:spcPts val="1200"/>
              </a:spcAft>
              <a:buFont typeface="+mj-lt"/>
              <a:buAutoNum type="arabicPeriod" startAt="2"/>
            </a:pP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Kemudahan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dalam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memperoleh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informasi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serta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transparansi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dalam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pengelolaan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keuangan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. </a:t>
            </a:r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Dengan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demikian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sistem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informasi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ini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berkontribusi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dalam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meningkatkan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efisiensi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transparansi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, dan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kualitas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pelayanan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gereja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secara </a:t>
            </a:r>
            <a:r>
              <a:rPr lang="en-US" sz="1600" dirty="0" err="1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keseluruhan</a:t>
            </a:r>
            <a:r>
              <a:rPr lang="en-US" sz="1600" dirty="0">
                <a:solidFill>
                  <a:schemeClr val="bg1"/>
                </a:solidFill>
                <a:latin typeface="Albert Sans" pitchFamily="2" charset="77"/>
                <a:ea typeface="Open Sans" panose="020B0606030504020204" pitchFamily="34" charset="0"/>
                <a:cs typeface="Catamaran" pitchFamily="2" charset="0"/>
              </a:rPr>
              <a:t>  </a:t>
            </a:r>
          </a:p>
        </p:txBody>
      </p:sp>
      <p:pic>
        <p:nvPicPr>
          <p:cNvPr id="9264" name="Picture 2">
            <a:extLst>
              <a:ext uri="{FF2B5EF4-FFF2-40B4-BE49-F238E27FC236}">
                <a16:creationId xmlns:a16="http://schemas.microsoft.com/office/drawing/2014/main" id="{3ABE8B53-490E-76EE-CD75-15C445C0D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51649" y="-1023561"/>
            <a:ext cx="598414" cy="59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BB4BDC3-6D23-D199-8419-5A07E72FD497}"/>
              </a:ext>
            </a:extLst>
          </p:cNvPr>
          <p:cNvSpPr/>
          <p:nvPr/>
        </p:nvSpPr>
        <p:spPr>
          <a:xfrm flipH="1" flipV="1">
            <a:off x="-2041571" y="-7955069"/>
            <a:ext cx="13979072" cy="8924048"/>
          </a:xfrm>
          <a:custGeom>
            <a:avLst/>
            <a:gdLst>
              <a:gd name="connsiteX0" fmla="*/ 14426439 w 14426439"/>
              <a:gd name="connsiteY0" fmla="*/ 8924048 h 8924048"/>
              <a:gd name="connsiteX1" fmla="*/ 0 w 14426439"/>
              <a:gd name="connsiteY1" fmla="*/ 8924048 h 8924048"/>
              <a:gd name="connsiteX2" fmla="*/ 0 w 14426439"/>
              <a:gd name="connsiteY2" fmla="*/ 1607761 h 8924048"/>
              <a:gd name="connsiteX3" fmla="*/ 0 w 14426439"/>
              <a:gd name="connsiteY3" fmla="*/ 1283665 h 8924048"/>
              <a:gd name="connsiteX4" fmla="*/ 0 w 14426439"/>
              <a:gd name="connsiteY4" fmla="*/ 1027483 h 8924048"/>
              <a:gd name="connsiteX5" fmla="*/ 9453972 w 14426439"/>
              <a:gd name="connsiteY5" fmla="*/ 1027483 h 8924048"/>
              <a:gd name="connsiteX6" fmla="*/ 9453972 w 14426439"/>
              <a:gd name="connsiteY6" fmla="*/ 1020389 h 8924048"/>
              <a:gd name="connsiteX7" fmla="*/ 11106735 w 14426439"/>
              <a:gd name="connsiteY7" fmla="*/ 185684 h 8924048"/>
              <a:gd name="connsiteX8" fmla="*/ 11110674 w 14426439"/>
              <a:gd name="connsiteY8" fmla="*/ 184088 h 8924048"/>
              <a:gd name="connsiteX9" fmla="*/ 11122288 w 14426439"/>
              <a:gd name="connsiteY9" fmla="*/ 176296 h 8924048"/>
              <a:gd name="connsiteX10" fmla="*/ 11890928 w 14426439"/>
              <a:gd name="connsiteY10" fmla="*/ 0 h 8924048"/>
              <a:gd name="connsiteX11" fmla="*/ 11941803 w 14426439"/>
              <a:gd name="connsiteY11" fmla="*/ 0 h 8924048"/>
              <a:gd name="connsiteX12" fmla="*/ 14426439 w 14426439"/>
              <a:gd name="connsiteY12" fmla="*/ 0 h 8924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26439" h="8924048">
                <a:moveTo>
                  <a:pt x="14426439" y="8924048"/>
                </a:moveTo>
                <a:lnTo>
                  <a:pt x="0" y="8924048"/>
                </a:lnTo>
                <a:lnTo>
                  <a:pt x="0" y="1607761"/>
                </a:lnTo>
                <a:lnTo>
                  <a:pt x="0" y="1283665"/>
                </a:lnTo>
                <a:lnTo>
                  <a:pt x="0" y="1027483"/>
                </a:lnTo>
                <a:lnTo>
                  <a:pt x="9453972" y="1027483"/>
                </a:lnTo>
                <a:lnTo>
                  <a:pt x="9453972" y="1020389"/>
                </a:lnTo>
                <a:cubicBezTo>
                  <a:pt x="10323133" y="1020389"/>
                  <a:pt x="10640581" y="411029"/>
                  <a:pt x="11106735" y="185684"/>
                </a:cubicBezTo>
                <a:lnTo>
                  <a:pt x="11110674" y="184088"/>
                </a:lnTo>
                <a:lnTo>
                  <a:pt x="11122288" y="176296"/>
                </a:lnTo>
                <a:cubicBezTo>
                  <a:pt x="11318996" y="67371"/>
                  <a:pt x="11590753" y="0"/>
                  <a:pt x="11890928" y="0"/>
                </a:cubicBezTo>
                <a:lnTo>
                  <a:pt x="11941803" y="0"/>
                </a:lnTo>
                <a:lnTo>
                  <a:pt x="14426439" y="0"/>
                </a:lnTo>
                <a:close/>
              </a:path>
            </a:pathLst>
          </a:custGeom>
          <a:gradFill>
            <a:gsLst>
              <a:gs pos="0">
                <a:srgbClr val="14265E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267" name="Group 9266">
            <a:extLst>
              <a:ext uri="{FF2B5EF4-FFF2-40B4-BE49-F238E27FC236}">
                <a16:creationId xmlns:a16="http://schemas.microsoft.com/office/drawing/2014/main" id="{DB6F3856-175B-E6AA-58C1-0B047F78AB01}"/>
              </a:ext>
            </a:extLst>
          </p:cNvPr>
          <p:cNvGrpSpPr/>
          <p:nvPr/>
        </p:nvGrpSpPr>
        <p:grpSpPr>
          <a:xfrm>
            <a:off x="8267700" y="11065613"/>
            <a:ext cx="2937510" cy="1848264"/>
            <a:chOff x="8267700" y="1214976"/>
            <a:chExt cx="2937510" cy="1848264"/>
          </a:xfrm>
        </p:grpSpPr>
        <p:sp>
          <p:nvSpPr>
            <p:cNvPr id="9268" name="Rectangle: Rounded Corners 9267">
              <a:extLst>
                <a:ext uri="{FF2B5EF4-FFF2-40B4-BE49-F238E27FC236}">
                  <a16:creationId xmlns:a16="http://schemas.microsoft.com/office/drawing/2014/main" id="{A95F9B58-9E20-EE8D-8EA2-7B28AAB52F63}"/>
                </a:ext>
              </a:extLst>
            </p:cNvPr>
            <p:cNvSpPr/>
            <p:nvPr/>
          </p:nvSpPr>
          <p:spPr>
            <a:xfrm>
              <a:off x="8267700" y="147405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77000">
                    <a:srgbClr val="00B050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1000">
                    <a:srgbClr val="00B050">
                      <a:alpha val="0"/>
                    </a:srgbClr>
                  </a:gs>
                  <a:gs pos="100000">
                    <a:srgbClr val="009B00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69" name="Rectangle: Rounded Corners 9268">
              <a:extLst>
                <a:ext uri="{FF2B5EF4-FFF2-40B4-BE49-F238E27FC236}">
                  <a16:creationId xmlns:a16="http://schemas.microsoft.com/office/drawing/2014/main" id="{3EED337A-C111-F0EC-F3BD-C24B3E2DFE8C}"/>
                </a:ext>
              </a:extLst>
            </p:cNvPr>
            <p:cNvSpPr/>
            <p:nvPr/>
          </p:nvSpPr>
          <p:spPr>
            <a:xfrm flipV="1">
              <a:off x="8267700" y="121497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100000">
                    <a:srgbClr val="CE55DE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5000">
                    <a:srgbClr val="FB67FC">
                      <a:alpha val="0"/>
                    </a:srgbClr>
                  </a:gs>
                  <a:gs pos="82000">
                    <a:srgbClr val="CE55DE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270" name="Group 9269">
            <a:extLst>
              <a:ext uri="{FF2B5EF4-FFF2-40B4-BE49-F238E27FC236}">
                <a16:creationId xmlns:a16="http://schemas.microsoft.com/office/drawing/2014/main" id="{6BFF2A31-0AB2-27EB-7479-BFD4A944E534}"/>
              </a:ext>
            </a:extLst>
          </p:cNvPr>
          <p:cNvGrpSpPr/>
          <p:nvPr/>
        </p:nvGrpSpPr>
        <p:grpSpPr>
          <a:xfrm flipH="1" flipV="1">
            <a:off x="3886201" y="9769965"/>
            <a:ext cx="2937510" cy="1848264"/>
            <a:chOff x="8267700" y="1214976"/>
            <a:chExt cx="2937510" cy="1848264"/>
          </a:xfrm>
        </p:grpSpPr>
        <p:sp>
          <p:nvSpPr>
            <p:cNvPr id="9271" name="Rectangle: Rounded Corners 9270">
              <a:extLst>
                <a:ext uri="{FF2B5EF4-FFF2-40B4-BE49-F238E27FC236}">
                  <a16:creationId xmlns:a16="http://schemas.microsoft.com/office/drawing/2014/main" id="{741E8F93-3877-4616-F85E-E3E615DEC571}"/>
                </a:ext>
              </a:extLst>
            </p:cNvPr>
            <p:cNvSpPr/>
            <p:nvPr/>
          </p:nvSpPr>
          <p:spPr>
            <a:xfrm>
              <a:off x="8267700" y="147405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77000">
                    <a:srgbClr val="00B050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1000">
                    <a:srgbClr val="00B050">
                      <a:alpha val="0"/>
                    </a:srgbClr>
                  </a:gs>
                  <a:gs pos="100000">
                    <a:srgbClr val="009B00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72" name="Rectangle: Rounded Corners 9271">
              <a:extLst>
                <a:ext uri="{FF2B5EF4-FFF2-40B4-BE49-F238E27FC236}">
                  <a16:creationId xmlns:a16="http://schemas.microsoft.com/office/drawing/2014/main" id="{F1B5EDB1-62CE-8DBE-B481-2994BDA2679B}"/>
                </a:ext>
              </a:extLst>
            </p:cNvPr>
            <p:cNvSpPr/>
            <p:nvPr/>
          </p:nvSpPr>
          <p:spPr>
            <a:xfrm flipV="1">
              <a:off x="8267700" y="121497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82000">
                    <a:srgbClr val="0070C0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5000">
                    <a:srgbClr val="0070C0">
                      <a:alpha val="0"/>
                    </a:srgbClr>
                  </a:gs>
                  <a:gs pos="100000">
                    <a:srgbClr val="0070C0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273" name="Group 9272">
            <a:extLst>
              <a:ext uri="{FF2B5EF4-FFF2-40B4-BE49-F238E27FC236}">
                <a16:creationId xmlns:a16="http://schemas.microsoft.com/office/drawing/2014/main" id="{4CB4CAB4-C843-D219-6F78-DA4934A160E7}"/>
              </a:ext>
            </a:extLst>
          </p:cNvPr>
          <p:cNvGrpSpPr/>
          <p:nvPr/>
        </p:nvGrpSpPr>
        <p:grpSpPr>
          <a:xfrm>
            <a:off x="8267700" y="8464078"/>
            <a:ext cx="2937510" cy="1848264"/>
            <a:chOff x="8267700" y="1214976"/>
            <a:chExt cx="2937510" cy="1848264"/>
          </a:xfrm>
        </p:grpSpPr>
        <p:sp>
          <p:nvSpPr>
            <p:cNvPr id="9274" name="Rectangle: Rounded Corners 9273">
              <a:extLst>
                <a:ext uri="{FF2B5EF4-FFF2-40B4-BE49-F238E27FC236}">
                  <a16:creationId xmlns:a16="http://schemas.microsoft.com/office/drawing/2014/main" id="{B2B1E4E8-E882-BB07-23E1-2A731C35E013}"/>
                </a:ext>
              </a:extLst>
            </p:cNvPr>
            <p:cNvSpPr/>
            <p:nvPr/>
          </p:nvSpPr>
          <p:spPr>
            <a:xfrm>
              <a:off x="8267700" y="147405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77000">
                    <a:srgbClr val="F43857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1000">
                    <a:srgbClr val="F43857">
                      <a:alpha val="0"/>
                    </a:srgbClr>
                  </a:gs>
                  <a:gs pos="100000">
                    <a:srgbClr val="F43857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75" name="Rectangle: Rounded Corners 9274">
              <a:extLst>
                <a:ext uri="{FF2B5EF4-FFF2-40B4-BE49-F238E27FC236}">
                  <a16:creationId xmlns:a16="http://schemas.microsoft.com/office/drawing/2014/main" id="{EE0AB0E9-31FE-E6E4-D30F-69D438CA4AC0}"/>
                </a:ext>
              </a:extLst>
            </p:cNvPr>
            <p:cNvSpPr/>
            <p:nvPr/>
          </p:nvSpPr>
          <p:spPr>
            <a:xfrm flipV="1">
              <a:off x="8267700" y="121497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82000">
                    <a:srgbClr val="0070C0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5000">
                    <a:srgbClr val="0070C0">
                      <a:alpha val="0"/>
                    </a:srgbClr>
                  </a:gs>
                  <a:gs pos="100000">
                    <a:srgbClr val="0070C0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76" name="Group 9275">
            <a:extLst>
              <a:ext uri="{FF2B5EF4-FFF2-40B4-BE49-F238E27FC236}">
                <a16:creationId xmlns:a16="http://schemas.microsoft.com/office/drawing/2014/main" id="{58907242-CDE6-0C36-A25D-75684021FBC9}"/>
              </a:ext>
            </a:extLst>
          </p:cNvPr>
          <p:cNvGrpSpPr/>
          <p:nvPr/>
        </p:nvGrpSpPr>
        <p:grpSpPr>
          <a:xfrm>
            <a:off x="4537710" y="8252771"/>
            <a:ext cx="6000750" cy="952500"/>
            <a:chOff x="1905000" y="1608189"/>
            <a:chExt cx="6000750" cy="952500"/>
          </a:xfrm>
        </p:grpSpPr>
        <p:sp>
          <p:nvSpPr>
            <p:cNvPr id="9277" name="Rectangle: Top Corners Rounded 9276">
              <a:extLst>
                <a:ext uri="{FF2B5EF4-FFF2-40B4-BE49-F238E27FC236}">
                  <a16:creationId xmlns:a16="http://schemas.microsoft.com/office/drawing/2014/main" id="{E34890F6-D959-5B70-57F8-573FA140D7B0}"/>
                </a:ext>
              </a:extLst>
            </p:cNvPr>
            <p:cNvSpPr/>
            <p:nvPr/>
          </p:nvSpPr>
          <p:spPr>
            <a:xfrm rot="5400000" flipH="1">
              <a:off x="4791075" y="-620662"/>
              <a:ext cx="819150" cy="5410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78" name="Rectangle: Top Corners Rounded 9277">
              <a:extLst>
                <a:ext uri="{FF2B5EF4-FFF2-40B4-BE49-F238E27FC236}">
                  <a16:creationId xmlns:a16="http://schemas.microsoft.com/office/drawing/2014/main" id="{C7912DD9-DE80-6BAE-B5E9-88CAC8F2A166}"/>
                </a:ext>
              </a:extLst>
            </p:cNvPr>
            <p:cNvSpPr/>
            <p:nvPr/>
          </p:nvSpPr>
          <p:spPr>
            <a:xfrm rot="16200000">
              <a:off x="1924050" y="1589139"/>
              <a:ext cx="952500" cy="990600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100000">
                  <a:srgbClr val="CF2F6E"/>
                </a:gs>
                <a:gs pos="0">
                  <a:srgbClr val="F83652"/>
                </a:gs>
              </a:gsLst>
              <a:lin ang="18900000" scaled="1"/>
              <a:tileRect/>
            </a:gradFill>
            <a:ln w="38100">
              <a:solidFill>
                <a:srgbClr val="F43857"/>
              </a:solidFill>
            </a:ln>
            <a:effectLst>
              <a:outerShdw blurRad="228600" dist="1397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79" name="Oval 9278">
              <a:extLst>
                <a:ext uri="{FF2B5EF4-FFF2-40B4-BE49-F238E27FC236}">
                  <a16:creationId xmlns:a16="http://schemas.microsoft.com/office/drawing/2014/main" id="{A45003EC-E007-EB59-1B01-6DB0DD9F63D0}"/>
                </a:ext>
              </a:extLst>
            </p:cNvPr>
            <p:cNvSpPr/>
            <p:nvPr/>
          </p:nvSpPr>
          <p:spPr>
            <a:xfrm>
              <a:off x="7228114" y="1817058"/>
              <a:ext cx="534761" cy="534761"/>
            </a:xfrm>
            <a:prstGeom prst="ellipse">
              <a:avLst/>
            </a:prstGeom>
            <a:gradFill flip="none" rotWithShape="1">
              <a:gsLst>
                <a:gs pos="100000">
                  <a:srgbClr val="CF2F6E"/>
                </a:gs>
                <a:gs pos="0">
                  <a:srgbClr val="F83652"/>
                </a:gs>
              </a:gsLst>
              <a:lin ang="18900000" scaled="1"/>
              <a:tileRect/>
            </a:gradFill>
            <a:ln w="38100">
              <a:solidFill>
                <a:srgbClr val="F43857"/>
              </a:solidFill>
            </a:ln>
            <a:effectLst>
              <a:outerShdw blurRad="228600" dist="139700" dir="84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9280" name="Group 9279">
            <a:extLst>
              <a:ext uri="{FF2B5EF4-FFF2-40B4-BE49-F238E27FC236}">
                <a16:creationId xmlns:a16="http://schemas.microsoft.com/office/drawing/2014/main" id="{6836B5EB-CC32-9BA5-F4B5-4B6E3A0DF4FF}"/>
              </a:ext>
            </a:extLst>
          </p:cNvPr>
          <p:cNvGrpSpPr/>
          <p:nvPr/>
        </p:nvGrpSpPr>
        <p:grpSpPr>
          <a:xfrm flipH="1">
            <a:off x="4537710" y="9560625"/>
            <a:ext cx="6000750" cy="952500"/>
            <a:chOff x="1905000" y="1608189"/>
            <a:chExt cx="6000750" cy="952500"/>
          </a:xfrm>
        </p:grpSpPr>
        <p:sp>
          <p:nvSpPr>
            <p:cNvPr id="9281" name="Rectangle: Top Corners Rounded 9280">
              <a:extLst>
                <a:ext uri="{FF2B5EF4-FFF2-40B4-BE49-F238E27FC236}">
                  <a16:creationId xmlns:a16="http://schemas.microsoft.com/office/drawing/2014/main" id="{7F057225-0785-9570-C97E-D5F79E4D5366}"/>
                </a:ext>
              </a:extLst>
            </p:cNvPr>
            <p:cNvSpPr/>
            <p:nvPr/>
          </p:nvSpPr>
          <p:spPr>
            <a:xfrm rot="5400000" flipH="1">
              <a:off x="4791075" y="-620662"/>
              <a:ext cx="819150" cy="5410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82" name="Rectangle: Top Corners Rounded 9281">
              <a:extLst>
                <a:ext uri="{FF2B5EF4-FFF2-40B4-BE49-F238E27FC236}">
                  <a16:creationId xmlns:a16="http://schemas.microsoft.com/office/drawing/2014/main" id="{A22A8329-95B9-736A-455E-25D3659CAF17}"/>
                </a:ext>
              </a:extLst>
            </p:cNvPr>
            <p:cNvSpPr/>
            <p:nvPr/>
          </p:nvSpPr>
          <p:spPr>
            <a:xfrm rot="16200000">
              <a:off x="1924050" y="1589139"/>
              <a:ext cx="952500" cy="990600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100000">
                  <a:srgbClr val="0070C0"/>
                </a:gs>
                <a:gs pos="0">
                  <a:schemeClr val="accent5">
                    <a:lumMod val="50000"/>
                  </a:schemeClr>
                </a:gs>
              </a:gsLst>
              <a:lin ang="18900000" scaled="1"/>
              <a:tileRect/>
            </a:gradFill>
            <a:ln w="38100">
              <a:solidFill>
                <a:schemeClr val="accent5">
                  <a:lumMod val="75000"/>
                </a:schemeClr>
              </a:solidFill>
            </a:ln>
            <a:effectLst>
              <a:outerShdw blurRad="228600" dist="165100" dir="60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83" name="Oval 9282">
              <a:extLst>
                <a:ext uri="{FF2B5EF4-FFF2-40B4-BE49-F238E27FC236}">
                  <a16:creationId xmlns:a16="http://schemas.microsoft.com/office/drawing/2014/main" id="{9E211669-3E41-3A36-3609-3AE842C5FFC6}"/>
                </a:ext>
              </a:extLst>
            </p:cNvPr>
            <p:cNvSpPr/>
            <p:nvPr/>
          </p:nvSpPr>
          <p:spPr>
            <a:xfrm>
              <a:off x="7228114" y="1817058"/>
              <a:ext cx="534761" cy="534761"/>
            </a:xfrm>
            <a:prstGeom prst="ellipse">
              <a:avLst/>
            </a:prstGeom>
            <a:gradFill flip="none" rotWithShape="1">
              <a:gsLst>
                <a:gs pos="100000">
                  <a:srgbClr val="0070C0"/>
                </a:gs>
                <a:gs pos="0">
                  <a:schemeClr val="accent5">
                    <a:lumMod val="50000"/>
                  </a:schemeClr>
                </a:gs>
              </a:gsLst>
              <a:lin ang="18900000" scaled="1"/>
              <a:tileRect/>
            </a:gradFill>
            <a:ln w="38100">
              <a:solidFill>
                <a:schemeClr val="accent5">
                  <a:lumMod val="75000"/>
                </a:schemeClr>
              </a:solidFill>
            </a:ln>
            <a:effectLst>
              <a:outerShdw blurRad="228600" dist="139700" dir="36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284" name="Group 9283">
            <a:extLst>
              <a:ext uri="{FF2B5EF4-FFF2-40B4-BE49-F238E27FC236}">
                <a16:creationId xmlns:a16="http://schemas.microsoft.com/office/drawing/2014/main" id="{3E8236D8-5D39-7B91-C065-10B21ED02F78}"/>
              </a:ext>
            </a:extLst>
          </p:cNvPr>
          <p:cNvGrpSpPr/>
          <p:nvPr/>
        </p:nvGrpSpPr>
        <p:grpSpPr>
          <a:xfrm>
            <a:off x="4537710" y="10868479"/>
            <a:ext cx="6000750" cy="952500"/>
            <a:chOff x="1905000" y="1608189"/>
            <a:chExt cx="6000750" cy="952500"/>
          </a:xfrm>
        </p:grpSpPr>
        <p:sp>
          <p:nvSpPr>
            <p:cNvPr id="9285" name="Rectangle: Top Corners Rounded 9284">
              <a:extLst>
                <a:ext uri="{FF2B5EF4-FFF2-40B4-BE49-F238E27FC236}">
                  <a16:creationId xmlns:a16="http://schemas.microsoft.com/office/drawing/2014/main" id="{CF8CD297-3433-0F31-BA05-AEDD74D3E1E6}"/>
                </a:ext>
              </a:extLst>
            </p:cNvPr>
            <p:cNvSpPr/>
            <p:nvPr/>
          </p:nvSpPr>
          <p:spPr>
            <a:xfrm rot="5400000" flipH="1">
              <a:off x="4791075" y="-620662"/>
              <a:ext cx="819150" cy="5410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86" name="Rectangle: Top Corners Rounded 9285">
              <a:extLst>
                <a:ext uri="{FF2B5EF4-FFF2-40B4-BE49-F238E27FC236}">
                  <a16:creationId xmlns:a16="http://schemas.microsoft.com/office/drawing/2014/main" id="{DF4DFE50-AE53-1C2A-3C50-BD38DDCC744E}"/>
                </a:ext>
              </a:extLst>
            </p:cNvPr>
            <p:cNvSpPr/>
            <p:nvPr/>
          </p:nvSpPr>
          <p:spPr>
            <a:xfrm rot="16200000">
              <a:off x="1924050" y="1589139"/>
              <a:ext cx="952500" cy="990600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34000">
                  <a:srgbClr val="4FC000"/>
                </a:gs>
                <a:gs pos="100000">
                  <a:srgbClr val="009B00"/>
                </a:gs>
                <a:gs pos="0">
                  <a:srgbClr val="BCF300"/>
                </a:gs>
              </a:gsLst>
              <a:lin ang="18900000" scaled="1"/>
              <a:tileRect/>
            </a:gradFill>
            <a:ln w="38100">
              <a:solidFill>
                <a:srgbClr val="65CA00"/>
              </a:solidFill>
            </a:ln>
            <a:effectLst>
              <a:outerShdw blurRad="228600" dist="1397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87" name="Oval 9286">
              <a:extLst>
                <a:ext uri="{FF2B5EF4-FFF2-40B4-BE49-F238E27FC236}">
                  <a16:creationId xmlns:a16="http://schemas.microsoft.com/office/drawing/2014/main" id="{37BDF39D-5D94-8D43-CF98-670501A87F83}"/>
                </a:ext>
              </a:extLst>
            </p:cNvPr>
            <p:cNvSpPr/>
            <p:nvPr/>
          </p:nvSpPr>
          <p:spPr>
            <a:xfrm>
              <a:off x="7228114" y="1817058"/>
              <a:ext cx="534761" cy="534761"/>
            </a:xfrm>
            <a:prstGeom prst="ellipse">
              <a:avLst/>
            </a:prstGeom>
            <a:gradFill flip="none" rotWithShape="1">
              <a:gsLst>
                <a:gs pos="45000">
                  <a:srgbClr val="4FC000"/>
                </a:gs>
                <a:gs pos="100000">
                  <a:srgbClr val="009B00"/>
                </a:gs>
                <a:gs pos="0">
                  <a:srgbClr val="BCF300"/>
                </a:gs>
              </a:gsLst>
              <a:lin ang="18900000" scaled="1"/>
              <a:tileRect/>
            </a:gradFill>
            <a:ln w="38100">
              <a:solidFill>
                <a:srgbClr val="65CA00"/>
              </a:solidFill>
            </a:ln>
            <a:effectLst>
              <a:outerShdw blurRad="228600" dist="139700" dir="84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288" name="Group 9287">
            <a:extLst>
              <a:ext uri="{FF2B5EF4-FFF2-40B4-BE49-F238E27FC236}">
                <a16:creationId xmlns:a16="http://schemas.microsoft.com/office/drawing/2014/main" id="{1DAA1127-A387-D678-C834-7D68395BD201}"/>
              </a:ext>
            </a:extLst>
          </p:cNvPr>
          <p:cNvGrpSpPr/>
          <p:nvPr/>
        </p:nvGrpSpPr>
        <p:grpSpPr>
          <a:xfrm flipH="1">
            <a:off x="4537710" y="12176334"/>
            <a:ext cx="6000750" cy="952500"/>
            <a:chOff x="1905000" y="1608189"/>
            <a:chExt cx="6000750" cy="952500"/>
          </a:xfrm>
        </p:grpSpPr>
        <p:sp>
          <p:nvSpPr>
            <p:cNvPr id="9289" name="Rectangle: Top Corners Rounded 9288">
              <a:extLst>
                <a:ext uri="{FF2B5EF4-FFF2-40B4-BE49-F238E27FC236}">
                  <a16:creationId xmlns:a16="http://schemas.microsoft.com/office/drawing/2014/main" id="{A8CDEAC9-EF31-1A8C-EC3C-DF5F3E31B1C7}"/>
                </a:ext>
              </a:extLst>
            </p:cNvPr>
            <p:cNvSpPr/>
            <p:nvPr/>
          </p:nvSpPr>
          <p:spPr>
            <a:xfrm rot="5400000" flipH="1">
              <a:off x="4791075" y="-620662"/>
              <a:ext cx="819150" cy="5410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90" name="Rectangle: Top Corners Rounded 9289">
              <a:extLst>
                <a:ext uri="{FF2B5EF4-FFF2-40B4-BE49-F238E27FC236}">
                  <a16:creationId xmlns:a16="http://schemas.microsoft.com/office/drawing/2014/main" id="{BF993156-A6C7-AE75-A7FC-5E9A669B5B24}"/>
                </a:ext>
              </a:extLst>
            </p:cNvPr>
            <p:cNvSpPr/>
            <p:nvPr/>
          </p:nvSpPr>
          <p:spPr>
            <a:xfrm rot="16200000">
              <a:off x="1924050" y="1589139"/>
              <a:ext cx="952500" cy="990600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34000">
                  <a:srgbClr val="AC48C8"/>
                </a:gs>
                <a:gs pos="100000">
                  <a:srgbClr val="7030A0"/>
                </a:gs>
                <a:gs pos="0">
                  <a:srgbClr val="FB67FC"/>
                </a:gs>
              </a:gsLst>
              <a:lin ang="18900000" scaled="1"/>
              <a:tileRect/>
            </a:gradFill>
            <a:ln w="38100">
              <a:solidFill>
                <a:srgbClr val="CE55DE"/>
              </a:solidFill>
            </a:ln>
            <a:effectLst>
              <a:outerShdw blurRad="228600" dist="139700" dir="60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91" name="Oval 9290">
              <a:extLst>
                <a:ext uri="{FF2B5EF4-FFF2-40B4-BE49-F238E27FC236}">
                  <a16:creationId xmlns:a16="http://schemas.microsoft.com/office/drawing/2014/main" id="{21310440-D673-47FD-F1DA-321136E82547}"/>
                </a:ext>
              </a:extLst>
            </p:cNvPr>
            <p:cNvSpPr/>
            <p:nvPr/>
          </p:nvSpPr>
          <p:spPr>
            <a:xfrm>
              <a:off x="7228114" y="1817058"/>
              <a:ext cx="534761" cy="534761"/>
            </a:xfrm>
            <a:prstGeom prst="ellipse">
              <a:avLst/>
            </a:prstGeom>
            <a:gradFill flip="none" rotWithShape="1">
              <a:gsLst>
                <a:gs pos="34000">
                  <a:srgbClr val="AC48C8"/>
                </a:gs>
                <a:gs pos="100000">
                  <a:srgbClr val="7030A0"/>
                </a:gs>
                <a:gs pos="0">
                  <a:srgbClr val="FB67FC"/>
                </a:gs>
              </a:gsLst>
              <a:lin ang="18900000" scaled="1"/>
              <a:tileRect/>
            </a:gradFill>
            <a:ln w="38100">
              <a:solidFill>
                <a:srgbClr val="CE55DE"/>
              </a:solidFill>
            </a:ln>
            <a:effectLst>
              <a:outerShdw blurRad="228600" dist="139700" dir="36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9292" name="Group 9291">
            <a:extLst>
              <a:ext uri="{FF2B5EF4-FFF2-40B4-BE49-F238E27FC236}">
                <a16:creationId xmlns:a16="http://schemas.microsoft.com/office/drawing/2014/main" id="{C4CA2BB2-CF4B-A0E3-987A-1A71EDE69278}"/>
              </a:ext>
            </a:extLst>
          </p:cNvPr>
          <p:cNvGrpSpPr/>
          <p:nvPr/>
        </p:nvGrpSpPr>
        <p:grpSpPr>
          <a:xfrm>
            <a:off x="4617801" y="8319445"/>
            <a:ext cx="955830" cy="887134"/>
            <a:chOff x="4655901" y="1070343"/>
            <a:chExt cx="955830" cy="887134"/>
          </a:xfrm>
        </p:grpSpPr>
        <p:sp>
          <p:nvSpPr>
            <p:cNvPr id="9293" name="TextBox 9292">
              <a:extLst>
                <a:ext uri="{FF2B5EF4-FFF2-40B4-BE49-F238E27FC236}">
                  <a16:creationId xmlns:a16="http://schemas.microsoft.com/office/drawing/2014/main" id="{21449414-77D3-05CC-434E-16B1DF7E7E76}"/>
                </a:ext>
              </a:extLst>
            </p:cNvPr>
            <p:cNvSpPr txBox="1"/>
            <p:nvPr/>
          </p:nvSpPr>
          <p:spPr>
            <a:xfrm>
              <a:off x="4655901" y="1070343"/>
              <a:ext cx="955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algn="ctr"/>
              <a:r>
                <a:rPr lang="en-US" sz="1600" dirty="0">
                  <a:solidFill>
                    <a:schemeClr val="bg1">
                      <a:lumMod val="85000"/>
                      <a:alpha val="74000"/>
                    </a:schemeClr>
                  </a:solidFill>
                  <a:latin typeface="Albert Sans" pitchFamily="2" charset="0"/>
                </a:rPr>
                <a:t>STEP</a:t>
              </a:r>
            </a:p>
          </p:txBody>
        </p:sp>
        <p:sp>
          <p:nvSpPr>
            <p:cNvPr id="9294" name="TextBox 9293">
              <a:extLst>
                <a:ext uri="{FF2B5EF4-FFF2-40B4-BE49-F238E27FC236}">
                  <a16:creationId xmlns:a16="http://schemas.microsoft.com/office/drawing/2014/main" id="{FE9FF262-0CBE-7829-1296-4AD91CFACCE6}"/>
                </a:ext>
              </a:extLst>
            </p:cNvPr>
            <p:cNvSpPr txBox="1"/>
            <p:nvPr/>
          </p:nvSpPr>
          <p:spPr>
            <a:xfrm>
              <a:off x="4655901" y="1188036"/>
              <a:ext cx="95583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algn="ctr"/>
              <a:r>
                <a:rPr lang="en-US" sz="4400" b="1" dirty="0">
                  <a:solidFill>
                    <a:schemeClr val="bg1">
                      <a:alpha val="90000"/>
                    </a:schemeClr>
                  </a:solidFill>
                  <a:latin typeface="Albert Sans" pitchFamily="2" charset="0"/>
                </a:rPr>
                <a:t>01</a:t>
              </a:r>
            </a:p>
          </p:txBody>
        </p:sp>
      </p:grpSp>
      <p:grpSp>
        <p:nvGrpSpPr>
          <p:cNvPr id="9295" name="Group 9294">
            <a:extLst>
              <a:ext uri="{FF2B5EF4-FFF2-40B4-BE49-F238E27FC236}">
                <a16:creationId xmlns:a16="http://schemas.microsoft.com/office/drawing/2014/main" id="{9BB6F26D-CEE2-DBAF-9756-3E12C2E1CEF1}"/>
              </a:ext>
            </a:extLst>
          </p:cNvPr>
          <p:cNvGrpSpPr/>
          <p:nvPr/>
        </p:nvGrpSpPr>
        <p:grpSpPr>
          <a:xfrm>
            <a:off x="4617801" y="10918142"/>
            <a:ext cx="955830" cy="887134"/>
            <a:chOff x="4655901" y="1070343"/>
            <a:chExt cx="955830" cy="887134"/>
          </a:xfrm>
        </p:grpSpPr>
        <p:sp>
          <p:nvSpPr>
            <p:cNvPr id="9296" name="TextBox 9295">
              <a:extLst>
                <a:ext uri="{FF2B5EF4-FFF2-40B4-BE49-F238E27FC236}">
                  <a16:creationId xmlns:a16="http://schemas.microsoft.com/office/drawing/2014/main" id="{803C03FD-E8DA-B21F-E115-059505CFCB74}"/>
                </a:ext>
              </a:extLst>
            </p:cNvPr>
            <p:cNvSpPr txBox="1"/>
            <p:nvPr/>
          </p:nvSpPr>
          <p:spPr>
            <a:xfrm>
              <a:off x="4655901" y="1070343"/>
              <a:ext cx="955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algn="ctr"/>
              <a:r>
                <a:rPr lang="en-US" sz="1600" dirty="0">
                  <a:solidFill>
                    <a:schemeClr val="bg1">
                      <a:lumMod val="85000"/>
                      <a:alpha val="74000"/>
                    </a:schemeClr>
                  </a:solidFill>
                  <a:latin typeface="Albert Sans" pitchFamily="2" charset="0"/>
                </a:rPr>
                <a:t>STEP</a:t>
              </a:r>
            </a:p>
          </p:txBody>
        </p:sp>
        <p:sp>
          <p:nvSpPr>
            <p:cNvPr id="9297" name="TextBox 9296">
              <a:extLst>
                <a:ext uri="{FF2B5EF4-FFF2-40B4-BE49-F238E27FC236}">
                  <a16:creationId xmlns:a16="http://schemas.microsoft.com/office/drawing/2014/main" id="{49E99CEA-7932-97F6-89FA-A4266DE978A6}"/>
                </a:ext>
              </a:extLst>
            </p:cNvPr>
            <p:cNvSpPr txBox="1"/>
            <p:nvPr/>
          </p:nvSpPr>
          <p:spPr>
            <a:xfrm>
              <a:off x="4655901" y="1188036"/>
              <a:ext cx="95583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algn="ctr"/>
              <a:r>
                <a:rPr lang="en-US" sz="4400" b="1" dirty="0">
                  <a:solidFill>
                    <a:schemeClr val="bg1">
                      <a:alpha val="90000"/>
                    </a:schemeClr>
                  </a:solidFill>
                  <a:latin typeface="Albert Sans" pitchFamily="2" charset="0"/>
                </a:rPr>
                <a:t>02</a:t>
              </a:r>
            </a:p>
          </p:txBody>
        </p:sp>
      </p:grpSp>
      <p:grpSp>
        <p:nvGrpSpPr>
          <p:cNvPr id="9298" name="Group 9297">
            <a:extLst>
              <a:ext uri="{FF2B5EF4-FFF2-40B4-BE49-F238E27FC236}">
                <a16:creationId xmlns:a16="http://schemas.microsoft.com/office/drawing/2014/main" id="{40197E48-1B2A-4981-8939-E0500D6D151B}"/>
              </a:ext>
            </a:extLst>
          </p:cNvPr>
          <p:cNvGrpSpPr/>
          <p:nvPr/>
        </p:nvGrpSpPr>
        <p:grpSpPr>
          <a:xfrm>
            <a:off x="9518628" y="9621914"/>
            <a:ext cx="955830" cy="887134"/>
            <a:chOff x="4645997" y="1070343"/>
            <a:chExt cx="955830" cy="887134"/>
          </a:xfrm>
        </p:grpSpPr>
        <p:sp>
          <p:nvSpPr>
            <p:cNvPr id="9299" name="TextBox 9298">
              <a:extLst>
                <a:ext uri="{FF2B5EF4-FFF2-40B4-BE49-F238E27FC236}">
                  <a16:creationId xmlns:a16="http://schemas.microsoft.com/office/drawing/2014/main" id="{8206ADA9-B914-BAB5-172E-96D3615186AF}"/>
                </a:ext>
              </a:extLst>
            </p:cNvPr>
            <p:cNvSpPr txBox="1"/>
            <p:nvPr/>
          </p:nvSpPr>
          <p:spPr>
            <a:xfrm>
              <a:off x="4645997" y="1070343"/>
              <a:ext cx="955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algn="ctr"/>
              <a:r>
                <a:rPr lang="en-US" sz="1600" dirty="0">
                  <a:solidFill>
                    <a:schemeClr val="bg1">
                      <a:lumMod val="85000"/>
                      <a:alpha val="74000"/>
                    </a:schemeClr>
                  </a:solidFill>
                  <a:latin typeface="Albert Sans" pitchFamily="2" charset="0"/>
                </a:rPr>
                <a:t>STEP</a:t>
              </a:r>
            </a:p>
          </p:txBody>
        </p:sp>
        <p:sp>
          <p:nvSpPr>
            <p:cNvPr id="9300" name="TextBox 9299">
              <a:extLst>
                <a:ext uri="{FF2B5EF4-FFF2-40B4-BE49-F238E27FC236}">
                  <a16:creationId xmlns:a16="http://schemas.microsoft.com/office/drawing/2014/main" id="{0055569F-91DD-2DCB-C231-0BF2CF4E84EE}"/>
                </a:ext>
              </a:extLst>
            </p:cNvPr>
            <p:cNvSpPr txBox="1"/>
            <p:nvPr/>
          </p:nvSpPr>
          <p:spPr>
            <a:xfrm>
              <a:off x="4645997" y="1188036"/>
              <a:ext cx="95583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algn="ctr"/>
              <a:r>
                <a:rPr lang="en-US" sz="4400" b="1" dirty="0">
                  <a:solidFill>
                    <a:schemeClr val="bg1">
                      <a:alpha val="90000"/>
                    </a:schemeClr>
                  </a:solidFill>
                  <a:latin typeface="Albert Sans" pitchFamily="2" charset="0"/>
                </a:rPr>
                <a:t>03</a:t>
              </a:r>
            </a:p>
          </p:txBody>
        </p:sp>
      </p:grpSp>
      <p:grpSp>
        <p:nvGrpSpPr>
          <p:cNvPr id="9301" name="Group 9300">
            <a:extLst>
              <a:ext uri="{FF2B5EF4-FFF2-40B4-BE49-F238E27FC236}">
                <a16:creationId xmlns:a16="http://schemas.microsoft.com/office/drawing/2014/main" id="{8FEBE88F-CAF8-5868-0CB5-5CC71E5844C5}"/>
              </a:ext>
            </a:extLst>
          </p:cNvPr>
          <p:cNvGrpSpPr/>
          <p:nvPr/>
        </p:nvGrpSpPr>
        <p:grpSpPr>
          <a:xfrm>
            <a:off x="9501104" y="12243550"/>
            <a:ext cx="990878" cy="887134"/>
            <a:chOff x="4620853" y="1070343"/>
            <a:chExt cx="990878" cy="887134"/>
          </a:xfrm>
        </p:grpSpPr>
        <p:sp>
          <p:nvSpPr>
            <p:cNvPr id="9302" name="TextBox 9301">
              <a:extLst>
                <a:ext uri="{FF2B5EF4-FFF2-40B4-BE49-F238E27FC236}">
                  <a16:creationId xmlns:a16="http://schemas.microsoft.com/office/drawing/2014/main" id="{AF1CD9C9-E8B1-51BF-1C0B-55B1A0073372}"/>
                </a:ext>
              </a:extLst>
            </p:cNvPr>
            <p:cNvSpPr txBox="1"/>
            <p:nvPr/>
          </p:nvSpPr>
          <p:spPr>
            <a:xfrm>
              <a:off x="4638377" y="1070343"/>
              <a:ext cx="955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algn="ctr"/>
              <a:r>
                <a:rPr lang="en-US" sz="1600" dirty="0">
                  <a:solidFill>
                    <a:schemeClr val="bg1">
                      <a:lumMod val="85000"/>
                      <a:alpha val="74000"/>
                    </a:schemeClr>
                  </a:solidFill>
                  <a:latin typeface="Albert Sans" pitchFamily="2" charset="0"/>
                </a:rPr>
                <a:t>STEP</a:t>
              </a:r>
            </a:p>
          </p:txBody>
        </p:sp>
        <p:sp>
          <p:nvSpPr>
            <p:cNvPr id="9303" name="TextBox 9302">
              <a:extLst>
                <a:ext uri="{FF2B5EF4-FFF2-40B4-BE49-F238E27FC236}">
                  <a16:creationId xmlns:a16="http://schemas.microsoft.com/office/drawing/2014/main" id="{1B3CCE6D-FDC2-CB86-E07A-FA4553A00109}"/>
                </a:ext>
              </a:extLst>
            </p:cNvPr>
            <p:cNvSpPr txBox="1"/>
            <p:nvPr/>
          </p:nvSpPr>
          <p:spPr>
            <a:xfrm>
              <a:off x="4620853" y="1188036"/>
              <a:ext cx="99087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algn="ctr"/>
              <a:r>
                <a:rPr lang="en-US" sz="4400" b="1" dirty="0">
                  <a:solidFill>
                    <a:schemeClr val="bg1">
                      <a:alpha val="90000"/>
                    </a:schemeClr>
                  </a:solidFill>
                  <a:latin typeface="Albert Sans" pitchFamily="2" charset="0"/>
                </a:rPr>
                <a:t>04</a:t>
              </a:r>
            </a:p>
          </p:txBody>
        </p:sp>
      </p:grpSp>
      <p:grpSp>
        <p:nvGrpSpPr>
          <p:cNvPr id="9304" name="Group 9303">
            <a:extLst>
              <a:ext uri="{FF2B5EF4-FFF2-40B4-BE49-F238E27FC236}">
                <a16:creationId xmlns:a16="http://schemas.microsoft.com/office/drawing/2014/main" id="{35DFD9FE-35A9-8611-D934-5EBCBB24482C}"/>
              </a:ext>
            </a:extLst>
          </p:cNvPr>
          <p:cNvGrpSpPr/>
          <p:nvPr/>
        </p:nvGrpSpPr>
        <p:grpSpPr>
          <a:xfrm>
            <a:off x="5723572" y="10993766"/>
            <a:ext cx="4051527" cy="691343"/>
            <a:chOff x="5723572" y="1097604"/>
            <a:chExt cx="4051527" cy="691343"/>
          </a:xfrm>
        </p:grpSpPr>
        <p:sp>
          <p:nvSpPr>
            <p:cNvPr id="9305" name="TextBox 9304">
              <a:extLst>
                <a:ext uri="{FF2B5EF4-FFF2-40B4-BE49-F238E27FC236}">
                  <a16:creationId xmlns:a16="http://schemas.microsoft.com/office/drawing/2014/main" id="{87C0AC57-CE48-5B47-86B7-0EB0B394EB29}"/>
                </a:ext>
              </a:extLst>
            </p:cNvPr>
            <p:cNvSpPr txBox="1"/>
            <p:nvPr/>
          </p:nvSpPr>
          <p:spPr>
            <a:xfrm>
              <a:off x="5723572" y="1327282"/>
              <a:ext cx="4051527" cy="46166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defTabSz="609630">
                <a:defRPr/>
              </a:pPr>
              <a:r>
                <a:rPr lang="id-ID" sz="1200" dirty="0">
                  <a:solidFill>
                    <a:schemeClr val="bg2">
                      <a:lumMod val="25000"/>
                    </a:schemeClr>
                  </a:solidFill>
                  <a:latin typeface="Albert Sans" pitchFamily="2" charset="0"/>
                  <a:ea typeface="Arial" panose="020B0604020202020204" pitchFamily="34" charset="0"/>
                </a:rPr>
                <a:t>Consectetur Adipiscing Elit Surabiturs Feugiat Elit Eget Mauris Ronsectur Adipiscin Elit Curabitur Feugiat Elit.</a:t>
              </a:r>
            </a:p>
          </p:txBody>
        </p:sp>
        <p:sp>
          <p:nvSpPr>
            <p:cNvPr id="9306" name="TextBox 9305">
              <a:extLst>
                <a:ext uri="{FF2B5EF4-FFF2-40B4-BE49-F238E27FC236}">
                  <a16:creationId xmlns:a16="http://schemas.microsoft.com/office/drawing/2014/main" id="{D8402952-1624-AD86-48F9-1C61C66A1FD8}"/>
                </a:ext>
              </a:extLst>
            </p:cNvPr>
            <p:cNvSpPr txBox="1"/>
            <p:nvPr/>
          </p:nvSpPr>
          <p:spPr>
            <a:xfrm>
              <a:off x="5723572" y="1097604"/>
              <a:ext cx="4051527" cy="297454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defTabSz="609630">
                <a:defRPr/>
              </a:pPr>
              <a:r>
                <a:rPr lang="en-US" sz="1333" b="1" dirty="0">
                  <a:solidFill>
                    <a:srgbClr val="009B00"/>
                  </a:solidFill>
                  <a:latin typeface="Albert Sans" pitchFamily="2" charset="0"/>
                  <a:ea typeface="Arial" panose="020B0604020202020204" pitchFamily="34" charset="0"/>
                </a:rPr>
                <a:t>LOREM IPSUM</a:t>
              </a:r>
              <a:endParaRPr lang="id-ID" sz="1333" b="1" dirty="0">
                <a:solidFill>
                  <a:srgbClr val="009B00"/>
                </a:solidFill>
                <a:latin typeface="Albert Sans" pitchFamily="2" charset="0"/>
                <a:ea typeface="Arial" panose="020B0604020202020204" pitchFamily="34" charset="0"/>
              </a:endParaRPr>
            </a:p>
          </p:txBody>
        </p:sp>
      </p:grpSp>
      <p:grpSp>
        <p:nvGrpSpPr>
          <p:cNvPr id="9307" name="Group 9306">
            <a:extLst>
              <a:ext uri="{FF2B5EF4-FFF2-40B4-BE49-F238E27FC236}">
                <a16:creationId xmlns:a16="http://schemas.microsoft.com/office/drawing/2014/main" id="{B24813B0-A306-F9AA-1262-2A5FEC688E99}"/>
              </a:ext>
            </a:extLst>
          </p:cNvPr>
          <p:cNvGrpSpPr/>
          <p:nvPr/>
        </p:nvGrpSpPr>
        <p:grpSpPr>
          <a:xfrm>
            <a:off x="5723572" y="8378456"/>
            <a:ext cx="4051527" cy="691343"/>
            <a:chOff x="5723572" y="1097604"/>
            <a:chExt cx="4051527" cy="691343"/>
          </a:xfrm>
        </p:grpSpPr>
        <p:sp>
          <p:nvSpPr>
            <p:cNvPr id="9308" name="TextBox 9307">
              <a:extLst>
                <a:ext uri="{FF2B5EF4-FFF2-40B4-BE49-F238E27FC236}">
                  <a16:creationId xmlns:a16="http://schemas.microsoft.com/office/drawing/2014/main" id="{9B4D12C3-F4D3-EE68-064B-C548F185C7D6}"/>
                </a:ext>
              </a:extLst>
            </p:cNvPr>
            <p:cNvSpPr txBox="1"/>
            <p:nvPr/>
          </p:nvSpPr>
          <p:spPr>
            <a:xfrm>
              <a:off x="5723572" y="1327282"/>
              <a:ext cx="4051527" cy="46166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defTabSz="609630">
                <a:defRPr/>
              </a:pPr>
              <a:r>
                <a:rPr lang="id-ID" sz="1200" dirty="0">
                  <a:solidFill>
                    <a:schemeClr val="bg2">
                      <a:lumMod val="25000"/>
                    </a:schemeClr>
                  </a:solidFill>
                  <a:latin typeface="Albert Sans" pitchFamily="2" charset="0"/>
                  <a:ea typeface="Arial" panose="020B0604020202020204" pitchFamily="34" charset="0"/>
                </a:rPr>
                <a:t>Consectetur Adipiscing Elit Surabiturs Feugiat Elit Eget Mauris Ronsectur Adipiscin Elit Curabitur Feugiat Elit.</a:t>
              </a:r>
            </a:p>
          </p:txBody>
        </p:sp>
        <p:sp>
          <p:nvSpPr>
            <p:cNvPr id="9309" name="TextBox 9308">
              <a:extLst>
                <a:ext uri="{FF2B5EF4-FFF2-40B4-BE49-F238E27FC236}">
                  <a16:creationId xmlns:a16="http://schemas.microsoft.com/office/drawing/2014/main" id="{535FAA2C-EBCD-17D5-FE9C-66AD53069D02}"/>
                </a:ext>
              </a:extLst>
            </p:cNvPr>
            <p:cNvSpPr txBox="1"/>
            <p:nvPr/>
          </p:nvSpPr>
          <p:spPr>
            <a:xfrm>
              <a:off x="5723572" y="1097604"/>
              <a:ext cx="4051527" cy="297454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defTabSz="609630">
                <a:defRPr/>
              </a:pPr>
              <a:r>
                <a:rPr lang="en-US" sz="1333" b="1" dirty="0">
                  <a:solidFill>
                    <a:srgbClr val="C2365C"/>
                  </a:solidFill>
                  <a:latin typeface="Albert Sans" pitchFamily="2" charset="0"/>
                  <a:ea typeface="Arial" panose="020B0604020202020204" pitchFamily="34" charset="0"/>
                </a:rPr>
                <a:t>LOREM IPSUM</a:t>
              </a:r>
              <a:endParaRPr lang="id-ID" sz="1333" b="1" dirty="0">
                <a:solidFill>
                  <a:srgbClr val="C2365C"/>
                </a:solidFill>
                <a:latin typeface="Albert Sans" pitchFamily="2" charset="0"/>
                <a:ea typeface="Arial" panose="020B0604020202020204" pitchFamily="34" charset="0"/>
              </a:endParaRPr>
            </a:p>
          </p:txBody>
        </p:sp>
      </p:grpSp>
      <p:grpSp>
        <p:nvGrpSpPr>
          <p:cNvPr id="9310" name="Group 9309">
            <a:extLst>
              <a:ext uri="{FF2B5EF4-FFF2-40B4-BE49-F238E27FC236}">
                <a16:creationId xmlns:a16="http://schemas.microsoft.com/office/drawing/2014/main" id="{5F2C2023-1A88-2BF5-AA77-1542C4247712}"/>
              </a:ext>
            </a:extLst>
          </p:cNvPr>
          <p:cNvGrpSpPr/>
          <p:nvPr/>
        </p:nvGrpSpPr>
        <p:grpSpPr>
          <a:xfrm>
            <a:off x="5409453" y="12314714"/>
            <a:ext cx="4051527" cy="691343"/>
            <a:chOff x="5723572" y="1097604"/>
            <a:chExt cx="4051527" cy="691343"/>
          </a:xfrm>
        </p:grpSpPr>
        <p:sp>
          <p:nvSpPr>
            <p:cNvPr id="9311" name="TextBox 9310">
              <a:extLst>
                <a:ext uri="{FF2B5EF4-FFF2-40B4-BE49-F238E27FC236}">
                  <a16:creationId xmlns:a16="http://schemas.microsoft.com/office/drawing/2014/main" id="{7461E632-4B45-1958-F955-E33B73D718AF}"/>
                </a:ext>
              </a:extLst>
            </p:cNvPr>
            <p:cNvSpPr txBox="1"/>
            <p:nvPr/>
          </p:nvSpPr>
          <p:spPr>
            <a:xfrm>
              <a:off x="5723572" y="1327282"/>
              <a:ext cx="4051527" cy="46166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defTabSz="609630">
                <a:defRPr/>
              </a:pPr>
              <a:r>
                <a:rPr lang="id-ID" sz="1200" dirty="0">
                  <a:solidFill>
                    <a:schemeClr val="bg2">
                      <a:lumMod val="25000"/>
                    </a:schemeClr>
                  </a:solidFill>
                  <a:latin typeface="Albert Sans" pitchFamily="2" charset="0"/>
                  <a:ea typeface="Arial" panose="020B0604020202020204" pitchFamily="34" charset="0"/>
                </a:rPr>
                <a:t>Consectetur Adipiscing Elit Surabiturs Feugiat Elit Eget Mauris Ronsectur Adipiscin Elit Curabitur Feugiat Elit.</a:t>
              </a:r>
            </a:p>
          </p:txBody>
        </p:sp>
        <p:sp>
          <p:nvSpPr>
            <p:cNvPr id="9312" name="TextBox 9311">
              <a:extLst>
                <a:ext uri="{FF2B5EF4-FFF2-40B4-BE49-F238E27FC236}">
                  <a16:creationId xmlns:a16="http://schemas.microsoft.com/office/drawing/2014/main" id="{A315A8B3-D795-9EE6-D97A-2A0F2207EC3B}"/>
                </a:ext>
              </a:extLst>
            </p:cNvPr>
            <p:cNvSpPr txBox="1"/>
            <p:nvPr/>
          </p:nvSpPr>
          <p:spPr>
            <a:xfrm>
              <a:off x="5723572" y="1097604"/>
              <a:ext cx="4051527" cy="297454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defTabSz="609630">
                <a:defRPr/>
              </a:pPr>
              <a:r>
                <a:rPr lang="en-US" sz="1333" b="1" dirty="0">
                  <a:solidFill>
                    <a:srgbClr val="7030A0"/>
                  </a:solidFill>
                  <a:latin typeface="Albert Sans" pitchFamily="2" charset="0"/>
                  <a:ea typeface="Arial" panose="020B0604020202020204" pitchFamily="34" charset="0"/>
                </a:rPr>
                <a:t>LOREM IPSUM</a:t>
              </a:r>
              <a:endParaRPr lang="id-ID" sz="1333" b="1" dirty="0">
                <a:solidFill>
                  <a:srgbClr val="7030A0"/>
                </a:solidFill>
                <a:latin typeface="Albert Sans" pitchFamily="2" charset="0"/>
                <a:ea typeface="Arial" panose="020B0604020202020204" pitchFamily="34" charset="0"/>
              </a:endParaRPr>
            </a:p>
          </p:txBody>
        </p:sp>
      </p:grpSp>
      <p:grpSp>
        <p:nvGrpSpPr>
          <p:cNvPr id="9313" name="Group 9312">
            <a:extLst>
              <a:ext uri="{FF2B5EF4-FFF2-40B4-BE49-F238E27FC236}">
                <a16:creationId xmlns:a16="http://schemas.microsoft.com/office/drawing/2014/main" id="{8A4ED264-5F94-BB53-9D17-92A9557D717D}"/>
              </a:ext>
            </a:extLst>
          </p:cNvPr>
          <p:cNvGrpSpPr/>
          <p:nvPr/>
        </p:nvGrpSpPr>
        <p:grpSpPr>
          <a:xfrm>
            <a:off x="5409453" y="9693445"/>
            <a:ext cx="4051527" cy="691343"/>
            <a:chOff x="5723572" y="1097604"/>
            <a:chExt cx="4051527" cy="691343"/>
          </a:xfrm>
        </p:grpSpPr>
        <p:sp>
          <p:nvSpPr>
            <p:cNvPr id="9314" name="TextBox 9313">
              <a:extLst>
                <a:ext uri="{FF2B5EF4-FFF2-40B4-BE49-F238E27FC236}">
                  <a16:creationId xmlns:a16="http://schemas.microsoft.com/office/drawing/2014/main" id="{47880682-16F9-EA24-7798-3B00D22EC6F7}"/>
                </a:ext>
              </a:extLst>
            </p:cNvPr>
            <p:cNvSpPr txBox="1"/>
            <p:nvPr/>
          </p:nvSpPr>
          <p:spPr>
            <a:xfrm>
              <a:off x="5723572" y="1327282"/>
              <a:ext cx="4051527" cy="46166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defTabSz="609630">
                <a:defRPr/>
              </a:pPr>
              <a:r>
                <a:rPr lang="id-ID" sz="1200" dirty="0">
                  <a:solidFill>
                    <a:schemeClr val="bg2">
                      <a:lumMod val="25000"/>
                    </a:schemeClr>
                  </a:solidFill>
                  <a:latin typeface="Albert Sans" pitchFamily="2" charset="0"/>
                  <a:ea typeface="Arial" panose="020B0604020202020204" pitchFamily="34" charset="0"/>
                </a:rPr>
                <a:t>Consectetur Adipiscing Elit Surabiturs Feugiat Elit Eget Mauris Ronsectur Adipiscin Elit Curabitur Feugiat Elit.</a:t>
              </a:r>
            </a:p>
          </p:txBody>
        </p:sp>
        <p:sp>
          <p:nvSpPr>
            <p:cNvPr id="9315" name="TextBox 9314">
              <a:extLst>
                <a:ext uri="{FF2B5EF4-FFF2-40B4-BE49-F238E27FC236}">
                  <a16:creationId xmlns:a16="http://schemas.microsoft.com/office/drawing/2014/main" id="{C54BB070-E4D7-09A2-F6FB-990FBF94B765}"/>
                </a:ext>
              </a:extLst>
            </p:cNvPr>
            <p:cNvSpPr txBox="1"/>
            <p:nvPr/>
          </p:nvSpPr>
          <p:spPr>
            <a:xfrm>
              <a:off x="5723572" y="1097604"/>
              <a:ext cx="4051527" cy="297454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defTabSz="609630">
                <a:defRPr/>
              </a:pPr>
              <a:r>
                <a:rPr lang="en-US" sz="1333" b="1" dirty="0">
                  <a:solidFill>
                    <a:schemeClr val="accent5">
                      <a:lumMod val="50000"/>
                    </a:schemeClr>
                  </a:solidFill>
                  <a:latin typeface="Albert Sans" pitchFamily="2" charset="0"/>
                  <a:ea typeface="Arial" panose="020B0604020202020204" pitchFamily="34" charset="0"/>
                </a:rPr>
                <a:t>LOREM IPSUM</a:t>
              </a:r>
              <a:endParaRPr lang="id-ID" sz="1333" b="1" dirty="0">
                <a:solidFill>
                  <a:schemeClr val="accent5">
                    <a:lumMod val="50000"/>
                  </a:schemeClr>
                </a:solidFill>
                <a:latin typeface="Albert Sans" pitchFamily="2" charset="0"/>
                <a:ea typeface="Arial" panose="020B0604020202020204" pitchFamily="34" charset="0"/>
              </a:endParaRPr>
            </a:p>
          </p:txBody>
        </p:sp>
      </p:grpSp>
      <p:sp>
        <p:nvSpPr>
          <p:cNvPr id="9316" name="TextBox 9315">
            <a:extLst>
              <a:ext uri="{FF2B5EF4-FFF2-40B4-BE49-F238E27FC236}">
                <a16:creationId xmlns:a16="http://schemas.microsoft.com/office/drawing/2014/main" id="{5CB80150-BB07-42C2-E176-2AFCA9555708}"/>
              </a:ext>
            </a:extLst>
          </p:cNvPr>
          <p:cNvSpPr txBox="1"/>
          <p:nvPr/>
        </p:nvSpPr>
        <p:spPr>
          <a:xfrm>
            <a:off x="525896" y="9841998"/>
            <a:ext cx="38326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2400">
                <a:solidFill>
                  <a:schemeClr val="bg2">
                    <a:lumMod val="25000"/>
                    <a:alpha val="94000"/>
                  </a:schemeClr>
                </a:solidFill>
                <a:latin typeface="Posterama Text" panose="020B0504020200020000" pitchFamily="34" charset="0"/>
                <a:cs typeface="Latha" panose="020B0502040204020203" pitchFamily="34" charset="0"/>
              </a:defRPr>
            </a:lvl1pPr>
          </a:lstStyle>
          <a:p>
            <a:pPr algn="l"/>
            <a:r>
              <a:rPr lang="en-US" sz="4800" b="1" dirty="0" err="1">
                <a:solidFill>
                  <a:schemeClr val="bg1">
                    <a:alpha val="94000"/>
                  </a:schemeClr>
                </a:solidFill>
                <a:latin typeface="Albert Sans" pitchFamily="2" charset="0"/>
              </a:rPr>
              <a:t>Metode</a:t>
            </a:r>
            <a:r>
              <a:rPr lang="en-US" sz="4800" b="1" dirty="0">
                <a:solidFill>
                  <a:schemeClr val="bg1">
                    <a:alpha val="94000"/>
                  </a:schemeClr>
                </a:solidFill>
                <a:latin typeface="Albert Sans" pitchFamily="2" charset="0"/>
              </a:rPr>
              <a:t> </a:t>
            </a:r>
            <a:r>
              <a:rPr lang="en-US" sz="4800" b="1" dirty="0" err="1">
                <a:solidFill>
                  <a:schemeClr val="bg1">
                    <a:alpha val="94000"/>
                  </a:schemeClr>
                </a:solidFill>
                <a:latin typeface="Albert Sans" pitchFamily="2" charset="0"/>
              </a:rPr>
              <a:t>Penelitian</a:t>
            </a:r>
            <a:endParaRPr lang="en-US" sz="4800" b="1" dirty="0">
              <a:solidFill>
                <a:schemeClr val="bg1">
                  <a:alpha val="94000"/>
                </a:schemeClr>
              </a:solidFill>
              <a:latin typeface="Albert Sans" pitchFamily="2" charset="0"/>
            </a:endParaRPr>
          </a:p>
        </p:txBody>
      </p:sp>
      <p:sp>
        <p:nvSpPr>
          <p:cNvPr id="9321" name="!!Freeform: Shape 19459">
            <a:extLst>
              <a:ext uri="{FF2B5EF4-FFF2-40B4-BE49-F238E27FC236}">
                <a16:creationId xmlns:a16="http://schemas.microsoft.com/office/drawing/2014/main" id="{E5E54537-0327-AC17-EE92-48BC8D19C55E}"/>
              </a:ext>
            </a:extLst>
          </p:cNvPr>
          <p:cNvSpPr/>
          <p:nvPr/>
        </p:nvSpPr>
        <p:spPr>
          <a:xfrm>
            <a:off x="-976253" y="6214002"/>
            <a:ext cx="37549590" cy="10858225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23" name="!!Oval 9257">
            <a:extLst>
              <a:ext uri="{FF2B5EF4-FFF2-40B4-BE49-F238E27FC236}">
                <a16:creationId xmlns:a16="http://schemas.microsoft.com/office/drawing/2014/main" id="{2F4DA360-EF1D-EE80-05BA-E22F488CD497}"/>
              </a:ext>
            </a:extLst>
          </p:cNvPr>
          <p:cNvSpPr/>
          <p:nvPr/>
        </p:nvSpPr>
        <p:spPr>
          <a:xfrm>
            <a:off x="13119672" y="1351725"/>
            <a:ext cx="3198710" cy="3198710"/>
          </a:xfrm>
          <a:prstGeom prst="ellipse">
            <a:avLst/>
          </a:prstGeom>
          <a:gradFill flip="none" rotWithShape="1">
            <a:gsLst>
              <a:gs pos="100000">
                <a:srgbClr val="0070C0"/>
              </a:gs>
              <a:gs pos="0">
                <a:schemeClr val="accent5">
                  <a:lumMod val="50000"/>
                </a:schemeClr>
              </a:gs>
            </a:gsLst>
            <a:lin ang="18900000" scaled="1"/>
            <a:tileRect/>
          </a:gradFill>
          <a:ln w="38100">
            <a:solidFill>
              <a:schemeClr val="accent5">
                <a:lumMod val="75000"/>
              </a:schemeClr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324" name="!!Picture 2">
            <a:extLst>
              <a:ext uri="{FF2B5EF4-FFF2-40B4-BE49-F238E27FC236}">
                <a16:creationId xmlns:a16="http://schemas.microsoft.com/office/drawing/2014/main" id="{E1E566E1-3316-7E5F-D7B9-7B1F48C4A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1727" y="1693780"/>
            <a:ext cx="25146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!!a2">
            <a:extLst>
              <a:ext uri="{FF2B5EF4-FFF2-40B4-BE49-F238E27FC236}">
                <a16:creationId xmlns:a16="http://schemas.microsoft.com/office/drawing/2014/main" id="{8CBFDCE8-8B09-D891-8757-2939C57AF55B}"/>
              </a:ext>
            </a:extLst>
          </p:cNvPr>
          <p:cNvCxnSpPr>
            <a:cxnSpLocks/>
          </p:cNvCxnSpPr>
          <p:nvPr/>
        </p:nvCxnSpPr>
        <p:spPr>
          <a:xfrm>
            <a:off x="7892016" y="885035"/>
            <a:ext cx="3447546" cy="0"/>
          </a:xfrm>
          <a:prstGeom prst="line">
            <a:avLst/>
          </a:prstGeom>
          <a:ln>
            <a:solidFill>
              <a:srgbClr val="052160">
                <a:alpha val="76000"/>
              </a:srgb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A3A5C609-B956-F158-45E5-5C3A26047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136374" y="137877"/>
            <a:ext cx="596164" cy="59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8F670E-A53A-F447-1F9A-CFCFE3C77188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242810" y="298026"/>
            <a:ext cx="535588" cy="535588"/>
          </a:xfrm>
          <a:prstGeom prst="rect">
            <a:avLst/>
          </a:prstGeom>
        </p:spPr>
      </p:pic>
      <p:pic>
        <p:nvPicPr>
          <p:cNvPr id="5122" name="Picture 2" descr="Buku, buku pedoman, manual, alkitab Ikon">
            <a:extLst>
              <a:ext uri="{FF2B5EF4-FFF2-40B4-BE49-F238E27FC236}">
                <a16:creationId xmlns:a16="http://schemas.microsoft.com/office/drawing/2014/main" id="{967068B1-E1FF-CD33-79FC-016E96DC2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514" y="1950316"/>
            <a:ext cx="859810" cy="85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de, lampu, cahaya Ikon">
            <a:extLst>
              <a:ext uri="{FF2B5EF4-FFF2-40B4-BE49-F238E27FC236}">
                <a16:creationId xmlns:a16="http://schemas.microsoft.com/office/drawing/2014/main" id="{45082F3B-35EE-AC44-0456-20A52A35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189" y="4670526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132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00"/>
                            </p:stCondLst>
                            <p:childTnLst>
                              <p:par>
                                <p:cTn id="24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00"/>
                            </p:stCondLst>
                            <p:childTnLst>
                              <p:par>
                                <p:cTn id="3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3F40DBA-BFE1-FE81-0CAC-1114BEFEAB06}"/>
              </a:ext>
            </a:extLst>
          </p:cNvPr>
          <p:cNvSpPr/>
          <p:nvPr/>
        </p:nvSpPr>
        <p:spPr>
          <a:xfrm>
            <a:off x="0" y="0"/>
            <a:ext cx="24775848" cy="8965544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gradFill>
            <a:gsLst>
              <a:gs pos="0">
                <a:srgbClr val="14265E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EEC96C-65C6-FE71-F379-4712F07F595D}"/>
              </a:ext>
            </a:extLst>
          </p:cNvPr>
          <p:cNvSpPr txBox="1"/>
          <p:nvPr/>
        </p:nvSpPr>
        <p:spPr>
          <a:xfrm>
            <a:off x="1370907" y="81400"/>
            <a:ext cx="7336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2400">
                <a:solidFill>
                  <a:schemeClr val="bg2">
                    <a:lumMod val="25000"/>
                    <a:alpha val="94000"/>
                  </a:schemeClr>
                </a:solidFill>
                <a:latin typeface="Posterama Text" panose="020B0504020200020000" pitchFamily="34" charset="0"/>
                <a:cs typeface="Latha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B4F91">
                    <a:alpha val="94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Latha" panose="020B0502040204020203" pitchFamily="34" charset="0"/>
              </a:rPr>
              <a:t>LANDASAN TEORI</a:t>
            </a:r>
          </a:p>
        </p:txBody>
      </p:sp>
      <p:sp>
        <p:nvSpPr>
          <p:cNvPr id="27" name="!!s1">
            <a:extLst>
              <a:ext uri="{FF2B5EF4-FFF2-40B4-BE49-F238E27FC236}">
                <a16:creationId xmlns:a16="http://schemas.microsoft.com/office/drawing/2014/main" id="{C89B29F6-5CA2-2A83-B34E-3251D64435AE}"/>
              </a:ext>
            </a:extLst>
          </p:cNvPr>
          <p:cNvSpPr/>
          <p:nvPr/>
        </p:nvSpPr>
        <p:spPr>
          <a:xfrm>
            <a:off x="13915868" y="3279917"/>
            <a:ext cx="4912916" cy="650562"/>
          </a:xfrm>
          <a:prstGeom prst="roundRect">
            <a:avLst/>
          </a:prstGeom>
          <a:solidFill>
            <a:schemeClr val="lt1">
              <a:alpha val="76000"/>
            </a:schemeClr>
          </a:solidFill>
          <a:ln w="38100">
            <a:solidFill>
              <a:srgbClr val="34B300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!!s1">
            <a:extLst>
              <a:ext uri="{FF2B5EF4-FFF2-40B4-BE49-F238E27FC236}">
                <a16:creationId xmlns:a16="http://schemas.microsoft.com/office/drawing/2014/main" id="{605C35F8-EF29-8671-90D4-E48746E0BF77}"/>
              </a:ext>
            </a:extLst>
          </p:cNvPr>
          <p:cNvSpPr/>
          <p:nvPr/>
        </p:nvSpPr>
        <p:spPr>
          <a:xfrm>
            <a:off x="13928199" y="4345798"/>
            <a:ext cx="4912916" cy="650562"/>
          </a:xfrm>
          <a:prstGeom prst="roundRect">
            <a:avLst/>
          </a:prstGeom>
          <a:solidFill>
            <a:schemeClr val="lt1">
              <a:alpha val="76000"/>
            </a:schemeClr>
          </a:solidFill>
          <a:ln w="38100">
            <a:solidFill>
              <a:srgbClr val="E960F0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!!s1">
            <a:extLst>
              <a:ext uri="{FF2B5EF4-FFF2-40B4-BE49-F238E27FC236}">
                <a16:creationId xmlns:a16="http://schemas.microsoft.com/office/drawing/2014/main" id="{D2BA3A4B-4174-9A1A-CCFD-E0C15957C41E}"/>
              </a:ext>
            </a:extLst>
          </p:cNvPr>
          <p:cNvSpPr/>
          <p:nvPr/>
        </p:nvSpPr>
        <p:spPr>
          <a:xfrm>
            <a:off x="13866350" y="5411680"/>
            <a:ext cx="4912916" cy="650562"/>
          </a:xfrm>
          <a:prstGeom prst="roundRect">
            <a:avLst/>
          </a:prstGeom>
          <a:solidFill>
            <a:schemeClr val="lt1">
              <a:alpha val="76000"/>
            </a:schemeClr>
          </a:solidFill>
          <a:ln w="38100">
            <a:solidFill>
              <a:srgbClr val="FF6600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!!s2">
            <a:extLst>
              <a:ext uri="{FF2B5EF4-FFF2-40B4-BE49-F238E27FC236}">
                <a16:creationId xmlns:a16="http://schemas.microsoft.com/office/drawing/2014/main" id="{190AAE1A-55C0-7C41-B4F5-1A53B985C3CB}"/>
              </a:ext>
            </a:extLst>
          </p:cNvPr>
          <p:cNvSpPr/>
          <p:nvPr/>
        </p:nvSpPr>
        <p:spPr>
          <a:xfrm>
            <a:off x="13024293" y="4213879"/>
            <a:ext cx="1014186" cy="914400"/>
          </a:xfrm>
          <a:prstGeom prst="roundRect">
            <a:avLst/>
          </a:prstGeom>
          <a:gradFill flip="none" rotWithShape="1">
            <a:gsLst>
              <a:gs pos="34000">
                <a:srgbClr val="AC48C8"/>
              </a:gs>
              <a:gs pos="100000">
                <a:srgbClr val="7030A0"/>
              </a:gs>
              <a:gs pos="0">
                <a:srgbClr val="FB67FC"/>
              </a:gs>
            </a:gsLst>
            <a:lin ang="18900000" scaled="1"/>
            <a:tileRect/>
          </a:gradFill>
          <a:ln w="38100">
            <a:solidFill>
              <a:srgbClr val="CE55DE"/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!!s3">
            <a:extLst>
              <a:ext uri="{FF2B5EF4-FFF2-40B4-BE49-F238E27FC236}">
                <a16:creationId xmlns:a16="http://schemas.microsoft.com/office/drawing/2014/main" id="{7A832F17-8624-9A5D-F85C-91A1F816A7A4}"/>
              </a:ext>
            </a:extLst>
          </p:cNvPr>
          <p:cNvSpPr/>
          <p:nvPr/>
        </p:nvSpPr>
        <p:spPr>
          <a:xfrm>
            <a:off x="13024293" y="3147998"/>
            <a:ext cx="1014186" cy="914400"/>
          </a:xfrm>
          <a:prstGeom prst="roundRect">
            <a:avLst>
              <a:gd name="adj" fmla="val 17009"/>
            </a:avLst>
          </a:prstGeom>
          <a:gradFill flip="none" rotWithShape="1">
            <a:gsLst>
              <a:gs pos="45000">
                <a:srgbClr val="4FC000"/>
              </a:gs>
              <a:gs pos="100000">
                <a:srgbClr val="009B00"/>
              </a:gs>
              <a:gs pos="0">
                <a:srgbClr val="BCF300"/>
              </a:gs>
            </a:gsLst>
            <a:lin ang="18900000" scaled="1"/>
            <a:tileRect/>
          </a:gradFill>
          <a:ln w="38100">
            <a:solidFill>
              <a:srgbClr val="65CA00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!!s4">
            <a:extLst>
              <a:ext uri="{FF2B5EF4-FFF2-40B4-BE49-F238E27FC236}">
                <a16:creationId xmlns:a16="http://schemas.microsoft.com/office/drawing/2014/main" id="{6DA13C1F-B001-E1E8-5249-C5F4E9B70FBD}"/>
              </a:ext>
            </a:extLst>
          </p:cNvPr>
          <p:cNvSpPr/>
          <p:nvPr/>
        </p:nvSpPr>
        <p:spPr>
          <a:xfrm>
            <a:off x="13024293" y="5279761"/>
            <a:ext cx="1014186" cy="914400"/>
          </a:xfrm>
          <a:prstGeom prst="roundRect">
            <a:avLst>
              <a:gd name="adj" fmla="val 15342"/>
            </a:avLst>
          </a:prstGeom>
          <a:gradFill flip="none" rotWithShape="1">
            <a:gsLst>
              <a:gs pos="100000">
                <a:srgbClr val="FF6600"/>
              </a:gs>
              <a:gs pos="0">
                <a:srgbClr val="E6AF00"/>
              </a:gs>
            </a:gsLst>
            <a:lin ang="18900000" scaled="1"/>
            <a:tileRect/>
          </a:gradFill>
          <a:ln w="38100">
            <a:solidFill>
              <a:srgbClr val="FFC000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!!s1">
            <a:extLst>
              <a:ext uri="{FF2B5EF4-FFF2-40B4-BE49-F238E27FC236}">
                <a16:creationId xmlns:a16="http://schemas.microsoft.com/office/drawing/2014/main" id="{C8C842FA-CB85-B68D-79C3-C853A8A8CDD6}"/>
              </a:ext>
            </a:extLst>
          </p:cNvPr>
          <p:cNvSpPr/>
          <p:nvPr/>
        </p:nvSpPr>
        <p:spPr>
          <a:xfrm>
            <a:off x="13915868" y="2214036"/>
            <a:ext cx="4912916" cy="650562"/>
          </a:xfrm>
          <a:prstGeom prst="roundRect">
            <a:avLst/>
          </a:prstGeom>
          <a:solidFill>
            <a:schemeClr val="lt1">
              <a:alpha val="76000"/>
            </a:schemeClr>
          </a:solidFill>
          <a:ln w="38100">
            <a:solidFill>
              <a:srgbClr val="F43857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3D7FD4-E654-B140-D3B2-868371D58FED}"/>
              </a:ext>
            </a:extLst>
          </p:cNvPr>
          <p:cNvSpPr txBox="1"/>
          <p:nvPr/>
        </p:nvSpPr>
        <p:spPr>
          <a:xfrm>
            <a:off x="14125850" y="5488051"/>
            <a:ext cx="4599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Lorem ipsum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consectetur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adipiscing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giobio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eget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mauris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ronsectur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adipiscin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curabitur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feugiat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.</a:t>
            </a:r>
          </a:p>
        </p:txBody>
      </p:sp>
      <p:sp>
        <p:nvSpPr>
          <p:cNvPr id="53" name="!!s1">
            <a:extLst>
              <a:ext uri="{FF2B5EF4-FFF2-40B4-BE49-F238E27FC236}">
                <a16:creationId xmlns:a16="http://schemas.microsoft.com/office/drawing/2014/main" id="{AA345986-2E1E-014E-29E8-D3EDFA1E758A}"/>
              </a:ext>
            </a:extLst>
          </p:cNvPr>
          <p:cNvSpPr/>
          <p:nvPr/>
        </p:nvSpPr>
        <p:spPr>
          <a:xfrm>
            <a:off x="13024293" y="2082117"/>
            <a:ext cx="1014186" cy="914400"/>
          </a:xfrm>
          <a:prstGeom prst="roundRect">
            <a:avLst/>
          </a:prstGeom>
          <a:gradFill flip="none" rotWithShape="1">
            <a:gsLst>
              <a:gs pos="100000">
                <a:srgbClr val="CF2F6E"/>
              </a:gs>
              <a:gs pos="0">
                <a:srgbClr val="F83652"/>
              </a:gs>
            </a:gsLst>
            <a:lin ang="18900000" scaled="1"/>
            <a:tileRect/>
          </a:gradFill>
          <a:ln w="38100">
            <a:solidFill>
              <a:srgbClr val="F43857"/>
            </a:soli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80545E-B89E-AE76-B014-997F1CBC1A07}"/>
              </a:ext>
            </a:extLst>
          </p:cNvPr>
          <p:cNvSpPr txBox="1"/>
          <p:nvPr/>
        </p:nvSpPr>
        <p:spPr>
          <a:xfrm>
            <a:off x="14125850" y="4422169"/>
            <a:ext cx="4599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Lorem ipsum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consectetur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adipiscing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giobio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eget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mauris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ronsectur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adipiscin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curabitur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feugiat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1E64">
                    <a:alpha val="91765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6A1B6C-D694-F817-52F3-8F47ACE848BD}"/>
              </a:ext>
            </a:extLst>
          </p:cNvPr>
          <p:cNvSpPr txBox="1"/>
          <p:nvPr/>
        </p:nvSpPr>
        <p:spPr>
          <a:xfrm>
            <a:off x="14125850" y="3356288"/>
            <a:ext cx="4599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Lorem ipsum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consectetur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adipiscing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giobio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eget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mauris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ronsectur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adipiscin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curabitur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feugiat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389CA7-BEE2-0E54-20B1-1BAC5433BCBE}"/>
              </a:ext>
            </a:extLst>
          </p:cNvPr>
          <p:cNvSpPr txBox="1"/>
          <p:nvPr/>
        </p:nvSpPr>
        <p:spPr>
          <a:xfrm>
            <a:off x="14125850" y="2290407"/>
            <a:ext cx="4599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Lorem ipsum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consectetur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adipiscing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giobio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eget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mauris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ronsectur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adipiscin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curabitur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feugiat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>
                    <a:alpha val="92000"/>
                  </a:srgbClr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.</a:t>
            </a:r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4BB39CF9-107C-FC8D-A003-F590982A9BAA}"/>
              </a:ext>
            </a:extLst>
          </p:cNvPr>
          <p:cNvGrpSpPr/>
          <p:nvPr/>
        </p:nvGrpSpPr>
        <p:grpSpPr>
          <a:xfrm>
            <a:off x="5561774" y="1729060"/>
            <a:ext cx="5223500" cy="666197"/>
            <a:chOff x="2170081" y="2921999"/>
            <a:chExt cx="5223500" cy="666197"/>
          </a:xfrm>
        </p:grpSpPr>
        <p:sp>
          <p:nvSpPr>
            <p:cNvPr id="2054" name="Rectangle 2053">
              <a:extLst>
                <a:ext uri="{FF2B5EF4-FFF2-40B4-BE49-F238E27FC236}">
                  <a16:creationId xmlns:a16="http://schemas.microsoft.com/office/drawing/2014/main" id="{48225B29-9BE1-25EE-FADD-FFA31A77B92A}"/>
                </a:ext>
              </a:extLst>
            </p:cNvPr>
            <p:cNvSpPr/>
            <p:nvPr/>
          </p:nvSpPr>
          <p:spPr>
            <a:xfrm>
              <a:off x="2170081" y="2921999"/>
              <a:ext cx="5223500" cy="666197"/>
            </a:xfrm>
            <a:prstGeom prst="rect">
              <a:avLst/>
            </a:prstGeom>
            <a:gradFill flip="none" rotWithShape="1">
              <a:gsLst>
                <a:gs pos="0">
                  <a:srgbClr val="14265E">
                    <a:alpha val="0"/>
                  </a:srgbClr>
                </a:gs>
                <a:gs pos="100000">
                  <a:srgbClr val="0A6FBD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D9FA6CE-1237-5919-00E4-89B2B1D30CBD}"/>
                </a:ext>
              </a:extLst>
            </p:cNvPr>
            <p:cNvSpPr txBox="1"/>
            <p:nvPr/>
          </p:nvSpPr>
          <p:spPr>
            <a:xfrm>
              <a:off x="2268867" y="2935290"/>
              <a:ext cx="442260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Sistem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: Kumpulan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elemen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yang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saling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berhubungan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untuk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mencapai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tujuan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tertentu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6000"/>
                  </a:prstClr>
                </a:solidFill>
                <a:effectLst/>
                <a:uLnTx/>
                <a:uFillTx/>
                <a:latin typeface="Albert Sans" pitchFamily="2" charset="0"/>
                <a:ea typeface="+mn-ea"/>
                <a:cs typeface="Latha" panose="020B0502040204020203" pitchFamily="34" charset="0"/>
              </a:endParaRPr>
            </a:p>
          </p:txBody>
        </p:sp>
        <p:sp>
          <p:nvSpPr>
            <p:cNvPr id="2056" name="Rectangle 2055">
              <a:extLst>
                <a:ext uri="{FF2B5EF4-FFF2-40B4-BE49-F238E27FC236}">
                  <a16:creationId xmlns:a16="http://schemas.microsoft.com/office/drawing/2014/main" id="{A6D0F160-3E8E-EE48-02FC-BE3EBA40943B}"/>
                </a:ext>
              </a:extLst>
            </p:cNvPr>
            <p:cNvSpPr/>
            <p:nvPr/>
          </p:nvSpPr>
          <p:spPr>
            <a:xfrm>
              <a:off x="2170081" y="2921999"/>
              <a:ext cx="45719" cy="666197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60" name="Group 2059">
            <a:extLst>
              <a:ext uri="{FF2B5EF4-FFF2-40B4-BE49-F238E27FC236}">
                <a16:creationId xmlns:a16="http://schemas.microsoft.com/office/drawing/2014/main" id="{F7E0BE1A-79D4-4762-75C8-25DBD309022D}"/>
              </a:ext>
            </a:extLst>
          </p:cNvPr>
          <p:cNvGrpSpPr/>
          <p:nvPr/>
        </p:nvGrpSpPr>
        <p:grpSpPr>
          <a:xfrm>
            <a:off x="5561774" y="2638364"/>
            <a:ext cx="5223500" cy="726157"/>
            <a:chOff x="2170081" y="4384396"/>
            <a:chExt cx="5223500" cy="726157"/>
          </a:xfrm>
        </p:grpSpPr>
        <p:sp>
          <p:nvSpPr>
            <p:cNvPr id="2058" name="Rectangle 2057">
              <a:extLst>
                <a:ext uri="{FF2B5EF4-FFF2-40B4-BE49-F238E27FC236}">
                  <a16:creationId xmlns:a16="http://schemas.microsoft.com/office/drawing/2014/main" id="{E48D3C95-BF9A-C7A8-C47D-1BE887DD4CC4}"/>
                </a:ext>
              </a:extLst>
            </p:cNvPr>
            <p:cNvSpPr/>
            <p:nvPr/>
          </p:nvSpPr>
          <p:spPr>
            <a:xfrm>
              <a:off x="2170081" y="4389721"/>
              <a:ext cx="5223500" cy="720832"/>
            </a:xfrm>
            <a:prstGeom prst="rect">
              <a:avLst/>
            </a:prstGeom>
            <a:gradFill flip="none" rotWithShape="1">
              <a:gsLst>
                <a:gs pos="0">
                  <a:srgbClr val="14265E">
                    <a:alpha val="0"/>
                  </a:srgbClr>
                </a:gs>
                <a:gs pos="100000">
                  <a:srgbClr val="0A6FBD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5" name="Rectangle 2054">
              <a:extLst>
                <a:ext uri="{FF2B5EF4-FFF2-40B4-BE49-F238E27FC236}">
                  <a16:creationId xmlns:a16="http://schemas.microsoft.com/office/drawing/2014/main" id="{40727BA7-5C28-72D1-915F-A6977003F923}"/>
                </a:ext>
              </a:extLst>
            </p:cNvPr>
            <p:cNvSpPr/>
            <p:nvPr/>
          </p:nvSpPr>
          <p:spPr>
            <a:xfrm>
              <a:off x="2170081" y="4384396"/>
              <a:ext cx="45719" cy="720832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9F1BC0-ACCE-A1A2-FC7C-AF63989C2841}"/>
                </a:ext>
              </a:extLst>
            </p:cNvPr>
            <p:cNvSpPr txBox="1"/>
            <p:nvPr/>
          </p:nvSpPr>
          <p:spPr>
            <a:xfrm>
              <a:off x="2274397" y="4411335"/>
              <a:ext cx="43421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Informasi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: Data yang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telah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diolah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menjadi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sesuatu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yang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bermakna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.</a:t>
              </a:r>
            </a:p>
          </p:txBody>
        </p:sp>
      </p:grpSp>
      <p:grpSp>
        <p:nvGrpSpPr>
          <p:cNvPr id="2061" name="Group 2060">
            <a:extLst>
              <a:ext uri="{FF2B5EF4-FFF2-40B4-BE49-F238E27FC236}">
                <a16:creationId xmlns:a16="http://schemas.microsoft.com/office/drawing/2014/main" id="{54AAFBC7-B168-1933-79B7-D333F6D62CEE}"/>
              </a:ext>
            </a:extLst>
          </p:cNvPr>
          <p:cNvGrpSpPr/>
          <p:nvPr/>
        </p:nvGrpSpPr>
        <p:grpSpPr>
          <a:xfrm>
            <a:off x="13088244" y="4255235"/>
            <a:ext cx="1037606" cy="811817"/>
            <a:chOff x="5144087" y="4255235"/>
            <a:chExt cx="1037606" cy="811817"/>
          </a:xfrm>
        </p:grpSpPr>
        <p:pic>
          <p:nvPicPr>
            <p:cNvPr id="2062" name="Picture 2061">
              <a:extLst>
                <a:ext uri="{FF2B5EF4-FFF2-40B4-BE49-F238E27FC236}">
                  <a16:creationId xmlns:a16="http://schemas.microsoft.com/office/drawing/2014/main" id="{0004D931-3E8C-BB60-0F29-5D81A829D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36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5168848" y="4477715"/>
              <a:ext cx="589337" cy="589337"/>
            </a:xfrm>
            <a:prstGeom prst="rect">
              <a:avLst/>
            </a:prstGeom>
          </p:spPr>
        </p:pic>
        <p:sp>
          <p:nvSpPr>
            <p:cNvPr id="2063" name="TextBox 2062">
              <a:extLst>
                <a:ext uri="{FF2B5EF4-FFF2-40B4-BE49-F238E27FC236}">
                  <a16:creationId xmlns:a16="http://schemas.microsoft.com/office/drawing/2014/main" id="{53C93DE5-D705-4273-3BDE-16A722A74734}"/>
                </a:ext>
              </a:extLst>
            </p:cNvPr>
            <p:cNvSpPr txBox="1"/>
            <p:nvPr/>
          </p:nvSpPr>
          <p:spPr>
            <a:xfrm>
              <a:off x="5144087" y="4255235"/>
              <a:ext cx="10376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4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+mn-cs"/>
                </a:rPr>
                <a:t>TITTLE 03</a:t>
              </a:r>
            </a:p>
          </p:txBody>
        </p:sp>
      </p:grpSp>
      <p:grpSp>
        <p:nvGrpSpPr>
          <p:cNvPr id="2064" name="Group 2063">
            <a:extLst>
              <a:ext uri="{FF2B5EF4-FFF2-40B4-BE49-F238E27FC236}">
                <a16:creationId xmlns:a16="http://schemas.microsoft.com/office/drawing/2014/main" id="{F261D96C-786A-15B7-2980-5AA57D7CFCE1}"/>
              </a:ext>
            </a:extLst>
          </p:cNvPr>
          <p:cNvGrpSpPr/>
          <p:nvPr/>
        </p:nvGrpSpPr>
        <p:grpSpPr>
          <a:xfrm>
            <a:off x="13088244" y="5321809"/>
            <a:ext cx="1037606" cy="811125"/>
            <a:chOff x="5144087" y="5321809"/>
            <a:chExt cx="1037606" cy="811125"/>
          </a:xfrm>
        </p:grpSpPr>
        <p:pic>
          <p:nvPicPr>
            <p:cNvPr id="2065" name="Picture 2064">
              <a:extLst>
                <a:ext uri="{FF2B5EF4-FFF2-40B4-BE49-F238E27FC236}">
                  <a16:creationId xmlns:a16="http://schemas.microsoft.com/office/drawing/2014/main" id="{3A61E63C-65B1-8A0C-6151-7311DBE59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36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5168848" y="5543597"/>
              <a:ext cx="589337" cy="589337"/>
            </a:xfrm>
            <a:prstGeom prst="rect">
              <a:avLst/>
            </a:prstGeom>
          </p:spPr>
        </p:pic>
        <p:sp>
          <p:nvSpPr>
            <p:cNvPr id="2066" name="TextBox 2065">
              <a:extLst>
                <a:ext uri="{FF2B5EF4-FFF2-40B4-BE49-F238E27FC236}">
                  <a16:creationId xmlns:a16="http://schemas.microsoft.com/office/drawing/2014/main" id="{3E0FA391-04A2-FCF3-540E-22A3CDAE0583}"/>
                </a:ext>
              </a:extLst>
            </p:cNvPr>
            <p:cNvSpPr txBox="1"/>
            <p:nvPr/>
          </p:nvSpPr>
          <p:spPr>
            <a:xfrm>
              <a:off x="5144087" y="5321809"/>
              <a:ext cx="10376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4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+mn-cs"/>
                </a:rPr>
                <a:t>TITTLE 04</a:t>
              </a:r>
            </a:p>
          </p:txBody>
        </p:sp>
      </p:grpSp>
      <p:grpSp>
        <p:nvGrpSpPr>
          <p:cNvPr id="2067" name="Group 2066">
            <a:extLst>
              <a:ext uri="{FF2B5EF4-FFF2-40B4-BE49-F238E27FC236}">
                <a16:creationId xmlns:a16="http://schemas.microsoft.com/office/drawing/2014/main" id="{A8209443-BE9C-5E62-767D-68D4C56BC74D}"/>
              </a:ext>
            </a:extLst>
          </p:cNvPr>
          <p:cNvGrpSpPr/>
          <p:nvPr/>
        </p:nvGrpSpPr>
        <p:grpSpPr>
          <a:xfrm>
            <a:off x="13088244" y="2130399"/>
            <a:ext cx="1037606" cy="804891"/>
            <a:chOff x="5144087" y="2130399"/>
            <a:chExt cx="1037606" cy="804891"/>
          </a:xfrm>
        </p:grpSpPr>
        <p:pic>
          <p:nvPicPr>
            <p:cNvPr id="2068" name="Picture 2067">
              <a:extLst>
                <a:ext uri="{FF2B5EF4-FFF2-40B4-BE49-F238E27FC236}">
                  <a16:creationId xmlns:a16="http://schemas.microsoft.com/office/drawing/2014/main" id="{8DF29B65-C1B8-0990-8358-1477BB6C2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36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5168848" y="2345953"/>
              <a:ext cx="589337" cy="589337"/>
            </a:xfrm>
            <a:prstGeom prst="rect">
              <a:avLst/>
            </a:prstGeom>
          </p:spPr>
        </p:pic>
        <p:sp>
          <p:nvSpPr>
            <p:cNvPr id="2069" name="TextBox 2068">
              <a:extLst>
                <a:ext uri="{FF2B5EF4-FFF2-40B4-BE49-F238E27FC236}">
                  <a16:creationId xmlns:a16="http://schemas.microsoft.com/office/drawing/2014/main" id="{2D6B008E-1D7A-6F58-A882-F591AB14CF27}"/>
                </a:ext>
              </a:extLst>
            </p:cNvPr>
            <p:cNvSpPr txBox="1"/>
            <p:nvPr/>
          </p:nvSpPr>
          <p:spPr>
            <a:xfrm>
              <a:off x="5144087" y="2130399"/>
              <a:ext cx="10376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4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+mn-cs"/>
                </a:rPr>
                <a:t>TITTLE 01</a:t>
              </a:r>
            </a:p>
          </p:txBody>
        </p:sp>
      </p:grpSp>
      <p:grpSp>
        <p:nvGrpSpPr>
          <p:cNvPr id="2070" name="Group 2069">
            <a:extLst>
              <a:ext uri="{FF2B5EF4-FFF2-40B4-BE49-F238E27FC236}">
                <a16:creationId xmlns:a16="http://schemas.microsoft.com/office/drawing/2014/main" id="{E3D8DF2C-7B4D-EA34-02FF-7F23D0F6A20F}"/>
              </a:ext>
            </a:extLst>
          </p:cNvPr>
          <p:cNvGrpSpPr/>
          <p:nvPr/>
        </p:nvGrpSpPr>
        <p:grpSpPr>
          <a:xfrm>
            <a:off x="13088244" y="3196973"/>
            <a:ext cx="1037606" cy="804198"/>
            <a:chOff x="5144087" y="3196973"/>
            <a:chExt cx="1037606" cy="804198"/>
          </a:xfrm>
        </p:grpSpPr>
        <p:pic>
          <p:nvPicPr>
            <p:cNvPr id="2071" name="Picture 2070">
              <a:extLst>
                <a:ext uri="{FF2B5EF4-FFF2-40B4-BE49-F238E27FC236}">
                  <a16:creationId xmlns:a16="http://schemas.microsoft.com/office/drawing/2014/main" id="{B11B44BA-10F1-3D74-8BAC-9D2827C51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36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5168848" y="3411834"/>
              <a:ext cx="589337" cy="589337"/>
            </a:xfrm>
            <a:prstGeom prst="rect">
              <a:avLst/>
            </a:prstGeom>
          </p:spPr>
        </p:pic>
        <p:sp>
          <p:nvSpPr>
            <p:cNvPr id="2072" name="TextBox 2071">
              <a:extLst>
                <a:ext uri="{FF2B5EF4-FFF2-40B4-BE49-F238E27FC236}">
                  <a16:creationId xmlns:a16="http://schemas.microsoft.com/office/drawing/2014/main" id="{D4AD6F51-D754-BBC2-7D7E-89ACB818F9AD}"/>
                </a:ext>
              </a:extLst>
            </p:cNvPr>
            <p:cNvSpPr txBox="1"/>
            <p:nvPr/>
          </p:nvSpPr>
          <p:spPr>
            <a:xfrm>
              <a:off x="5144087" y="3196973"/>
              <a:ext cx="10376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4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+mn-cs"/>
                </a:rPr>
                <a:t>TITTLE 02</a:t>
              </a:r>
            </a:p>
          </p:txBody>
        </p:sp>
      </p:grpSp>
      <p:sp>
        <p:nvSpPr>
          <p:cNvPr id="2073" name="TextBox 2072">
            <a:extLst>
              <a:ext uri="{FF2B5EF4-FFF2-40B4-BE49-F238E27FC236}">
                <a16:creationId xmlns:a16="http://schemas.microsoft.com/office/drawing/2014/main" id="{9A8427F7-4183-D06B-6716-08EE7FBFA81B}"/>
              </a:ext>
            </a:extLst>
          </p:cNvPr>
          <p:cNvSpPr txBox="1"/>
          <p:nvPr/>
        </p:nvSpPr>
        <p:spPr>
          <a:xfrm>
            <a:off x="-5517816" y="2580196"/>
            <a:ext cx="38326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2400">
                <a:solidFill>
                  <a:schemeClr val="bg2">
                    <a:lumMod val="25000"/>
                    <a:alpha val="94000"/>
                  </a:schemeClr>
                </a:solidFill>
                <a:latin typeface="Posterama Text" panose="020B0504020200020000" pitchFamily="34" charset="0"/>
                <a:cs typeface="Latha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alpha val="94000"/>
                  </a:prstClr>
                </a:solidFill>
                <a:effectLst/>
                <a:uLnTx/>
                <a:uFillTx/>
                <a:latin typeface="Albert Sans" pitchFamily="2" charset="0"/>
                <a:ea typeface="+mn-ea"/>
                <a:cs typeface="Latha" panose="020B0502040204020203" pitchFamily="34" charset="0"/>
              </a:rPr>
              <a:t>Metode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94000"/>
                  </a:prstClr>
                </a:solidFill>
                <a:effectLst/>
                <a:uLnTx/>
                <a:uFillTx/>
                <a:latin typeface="Albert Sans" pitchFamily="2" charset="0"/>
                <a:ea typeface="+mn-ea"/>
                <a:cs typeface="Latha" panose="020B0502040204020203" pitchFamily="34" charset="0"/>
              </a:rPr>
              <a:t> </a:t>
            </a:r>
            <a:r>
              <a:rPr kumimoji="0" lang="en-US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alpha val="94000"/>
                  </a:prstClr>
                </a:solidFill>
                <a:effectLst/>
                <a:uLnTx/>
                <a:uFillTx/>
                <a:latin typeface="Albert Sans" pitchFamily="2" charset="0"/>
                <a:ea typeface="+mn-ea"/>
                <a:cs typeface="Latha" panose="020B0502040204020203" pitchFamily="34" charset="0"/>
              </a:rPr>
              <a:t>Penelitian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94000"/>
                </a:prstClr>
              </a:solidFill>
              <a:effectLst/>
              <a:uLnTx/>
              <a:uFillTx/>
              <a:latin typeface="Albert Sans" pitchFamily="2" charset="0"/>
              <a:ea typeface="+mn-ea"/>
              <a:cs typeface="Latha" panose="020B05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CEA3568-0A74-15C6-D82D-DEA7D172437C}"/>
              </a:ext>
            </a:extLst>
          </p:cNvPr>
          <p:cNvGrpSpPr/>
          <p:nvPr/>
        </p:nvGrpSpPr>
        <p:grpSpPr>
          <a:xfrm>
            <a:off x="5589043" y="4593412"/>
            <a:ext cx="7033888" cy="958235"/>
            <a:chOff x="2170081" y="4389721"/>
            <a:chExt cx="5603004" cy="95823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9741693-288A-37B2-C85A-9C2E3F05AE81}"/>
                </a:ext>
              </a:extLst>
            </p:cNvPr>
            <p:cNvSpPr/>
            <p:nvPr/>
          </p:nvSpPr>
          <p:spPr>
            <a:xfrm>
              <a:off x="2170081" y="4389721"/>
              <a:ext cx="5603004" cy="949912"/>
            </a:xfrm>
            <a:prstGeom prst="rect">
              <a:avLst/>
            </a:prstGeom>
            <a:gradFill flip="none" rotWithShape="1">
              <a:gsLst>
                <a:gs pos="0">
                  <a:srgbClr val="14265E">
                    <a:alpha val="0"/>
                  </a:srgbClr>
                </a:gs>
                <a:gs pos="100000">
                  <a:srgbClr val="0A6FBD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6B06E41-E9E5-9450-F5F4-019C6DCF3D79}"/>
                </a:ext>
              </a:extLst>
            </p:cNvPr>
            <p:cNvSpPr/>
            <p:nvPr/>
          </p:nvSpPr>
          <p:spPr>
            <a:xfrm>
              <a:off x="2170081" y="4398044"/>
              <a:ext cx="45719" cy="949912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D41B1DC-6406-5CF7-1BA1-EDCA59BD34E3}"/>
                </a:ext>
              </a:extLst>
            </p:cNvPr>
            <p:cNvSpPr txBox="1"/>
            <p:nvPr/>
          </p:nvSpPr>
          <p:spPr>
            <a:xfrm>
              <a:off x="2274398" y="4411335"/>
              <a:ext cx="493085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dirty="0">
                  <a:solidFill>
                    <a:prstClr val="white">
                      <a:alpha val="86000"/>
                    </a:prstClr>
                  </a:solidFill>
                  <a:latin typeface="Albert Sans" pitchFamily="2" charset="0"/>
                  <a:cs typeface="Latha" panose="020B0502040204020203" pitchFamily="34" charset="0"/>
                </a:rPr>
                <a:t>Client-Server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: Model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arsitektur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yang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menghubungkan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perangkat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yang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bertugas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sebagai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server dengan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perangkat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lain yang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berperan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sebagai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klient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3C51CF1-9358-825A-0594-DF2815A5EDD1}"/>
              </a:ext>
            </a:extLst>
          </p:cNvPr>
          <p:cNvGrpSpPr/>
          <p:nvPr/>
        </p:nvGrpSpPr>
        <p:grpSpPr>
          <a:xfrm>
            <a:off x="5561774" y="5809642"/>
            <a:ext cx="5223500" cy="646584"/>
            <a:chOff x="2170081" y="4370749"/>
            <a:chExt cx="5223500" cy="6465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471983-C0B7-8066-0CD3-640609348754}"/>
                </a:ext>
              </a:extLst>
            </p:cNvPr>
            <p:cNvSpPr/>
            <p:nvPr/>
          </p:nvSpPr>
          <p:spPr>
            <a:xfrm>
              <a:off x="2170081" y="4389721"/>
              <a:ext cx="5223500" cy="627611"/>
            </a:xfrm>
            <a:prstGeom prst="rect">
              <a:avLst/>
            </a:prstGeom>
            <a:gradFill flip="none" rotWithShape="1">
              <a:gsLst>
                <a:gs pos="0">
                  <a:srgbClr val="14265E">
                    <a:alpha val="0"/>
                  </a:srgbClr>
                </a:gs>
                <a:gs pos="100000">
                  <a:srgbClr val="0A6FBD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93F868-98A7-FADD-BFD9-17A5593167BD}"/>
                </a:ext>
              </a:extLst>
            </p:cNvPr>
            <p:cNvSpPr/>
            <p:nvPr/>
          </p:nvSpPr>
          <p:spPr>
            <a:xfrm>
              <a:off x="2170082" y="4370749"/>
              <a:ext cx="45719" cy="64658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63032A9-72C9-FCD1-ECC6-0ECD12884C88}"/>
                </a:ext>
              </a:extLst>
            </p:cNvPr>
            <p:cNvSpPr txBox="1"/>
            <p:nvPr/>
          </p:nvSpPr>
          <p:spPr>
            <a:xfrm>
              <a:off x="2274397" y="4411335"/>
              <a:ext cx="43421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Teknologi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Pendukung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: PHP, Bootstrap, XAMPP, Database dan Blackbox Testing.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C784C81-BED2-9A55-3BF7-2E042D975442}"/>
              </a:ext>
            </a:extLst>
          </p:cNvPr>
          <p:cNvSpPr txBox="1"/>
          <p:nvPr/>
        </p:nvSpPr>
        <p:spPr>
          <a:xfrm>
            <a:off x="825042" y="1825677"/>
            <a:ext cx="2601065" cy="448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Implementasi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sistem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informasi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ini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mencakup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sistem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informasi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,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teknologi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pengembangan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web, dan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metodologi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pengembangan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yang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digunakan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. Teori-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teori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ini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menjadi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dasar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dalam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merancang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dan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mengimplementasikan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sistem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yang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efektif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 dan </a:t>
            </a:r>
            <a:r>
              <a:rPr lang="en-US" sz="1600" b="1" dirty="0" err="1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efisien</a:t>
            </a:r>
            <a:r>
              <a:rPr lang="en-US" sz="1600" b="1" dirty="0">
                <a:solidFill>
                  <a:schemeClr val="bg1">
                    <a:alpha val="8600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. 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alpha val="86000"/>
                </a:schemeClr>
              </a:solidFill>
              <a:effectLst/>
              <a:uLnTx/>
              <a:uFillTx/>
              <a:latin typeface="Albert Sans" pitchFamily="2" charset="0"/>
              <a:ea typeface="+mn-ea"/>
              <a:cs typeface="Latha" panose="020B0502040204020203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5761421-3B0E-1F27-E0BA-9B40546E28F7}"/>
              </a:ext>
            </a:extLst>
          </p:cNvPr>
          <p:cNvGrpSpPr/>
          <p:nvPr/>
        </p:nvGrpSpPr>
        <p:grpSpPr>
          <a:xfrm>
            <a:off x="5561774" y="3609277"/>
            <a:ext cx="5223500" cy="726157"/>
            <a:chOff x="2170081" y="4384396"/>
            <a:chExt cx="5223500" cy="72615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336D762-3EE7-62E4-78D5-54CBA8E7C531}"/>
                </a:ext>
              </a:extLst>
            </p:cNvPr>
            <p:cNvSpPr/>
            <p:nvPr/>
          </p:nvSpPr>
          <p:spPr>
            <a:xfrm>
              <a:off x="2170081" y="4389721"/>
              <a:ext cx="5223500" cy="720832"/>
            </a:xfrm>
            <a:prstGeom prst="rect">
              <a:avLst/>
            </a:prstGeom>
            <a:gradFill flip="none" rotWithShape="1">
              <a:gsLst>
                <a:gs pos="0">
                  <a:srgbClr val="14265E">
                    <a:alpha val="0"/>
                  </a:srgbClr>
                </a:gs>
                <a:gs pos="100000">
                  <a:srgbClr val="0A6FBD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A701A22-6083-69B3-DEE2-376F13C205E1}"/>
                </a:ext>
              </a:extLst>
            </p:cNvPr>
            <p:cNvSpPr/>
            <p:nvPr/>
          </p:nvSpPr>
          <p:spPr>
            <a:xfrm>
              <a:off x="2170081" y="4384396"/>
              <a:ext cx="45719" cy="720832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FCD07C3-3697-B85F-CFCD-4A198648C438}"/>
                </a:ext>
              </a:extLst>
            </p:cNvPr>
            <p:cNvSpPr txBox="1"/>
            <p:nvPr/>
          </p:nvSpPr>
          <p:spPr>
            <a:xfrm>
              <a:off x="2274397" y="4411335"/>
              <a:ext cx="43421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Sistem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Informasi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: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Sistem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yang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mengelola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data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menjadi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informasi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 yang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alpha val="86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berguna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6000"/>
                  </a:prstClr>
                </a:solidFill>
                <a:effectLst/>
                <a:uLnTx/>
                <a:uFillTx/>
                <a:latin typeface="Albert Sans" pitchFamily="2" charset="0"/>
                <a:ea typeface="+mn-ea"/>
                <a:cs typeface="Latha" panose="020B0502040204020203" pitchFamily="34" charset="0"/>
              </a:endParaRPr>
            </a:p>
          </p:txBody>
        </p:sp>
      </p:grp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316606F3-D2F5-409F-3120-F2A864FE53A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86280" y="3163091"/>
            <a:ext cx="4692857" cy="1613203"/>
          </a:xfrm>
          <a:prstGeom prst="curvedConnector3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!!a1">
            <a:extLst>
              <a:ext uri="{FF2B5EF4-FFF2-40B4-BE49-F238E27FC236}">
                <a16:creationId xmlns:a16="http://schemas.microsoft.com/office/drawing/2014/main" id="{41EB736E-9F0B-3314-50A7-C829761C0A01}"/>
              </a:ext>
            </a:extLst>
          </p:cNvPr>
          <p:cNvCxnSpPr>
            <a:cxnSpLocks/>
          </p:cNvCxnSpPr>
          <p:nvPr/>
        </p:nvCxnSpPr>
        <p:spPr>
          <a:xfrm>
            <a:off x="1492272" y="724020"/>
            <a:ext cx="2740436" cy="0"/>
          </a:xfrm>
          <a:prstGeom prst="line">
            <a:avLst/>
          </a:prstGeom>
          <a:ln>
            <a:solidFill>
              <a:schemeClr val="bg2">
                <a:lumMod val="50000"/>
                <a:alpha val="76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65CBDFF-EAC8-1BA3-8EDD-6753CC2E8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099" y="250314"/>
            <a:ext cx="597460" cy="5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22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A732BF-85A7-EA01-0C0B-FE96D5A8A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2" name="Picture 2" descr="Deretan Gedung Empat Labtek, Bukti Kemegahan Arsitektur ITB ...">
            <a:extLst>
              <a:ext uri="{FF2B5EF4-FFF2-40B4-BE49-F238E27FC236}">
                <a16:creationId xmlns:a16="http://schemas.microsoft.com/office/drawing/2014/main" id="{6B6A767C-7171-743B-74D2-65D54BA01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95625" y="-2711005"/>
            <a:ext cx="18383250" cy="1228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6EE443A-7452-DDBD-0B9C-C8192E90A788}"/>
              </a:ext>
            </a:extLst>
          </p:cNvPr>
          <p:cNvSpPr/>
          <p:nvPr/>
        </p:nvSpPr>
        <p:spPr>
          <a:xfrm>
            <a:off x="-6581247" y="-1056774"/>
            <a:ext cx="19568795" cy="8703635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9840EA-C09A-DD66-058D-D722FE1ADCF2}"/>
              </a:ext>
            </a:extLst>
          </p:cNvPr>
          <p:cNvSpPr txBox="1"/>
          <p:nvPr/>
        </p:nvSpPr>
        <p:spPr>
          <a:xfrm>
            <a:off x="7202741" y="177209"/>
            <a:ext cx="4502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2400">
                <a:solidFill>
                  <a:schemeClr val="bg2">
                    <a:lumMod val="25000"/>
                    <a:alpha val="94000"/>
                  </a:schemeClr>
                </a:solidFill>
                <a:latin typeface="Posterama Text" panose="020B0504020200020000" pitchFamily="34" charset="0"/>
                <a:cs typeface="Latha" panose="020B0502040204020203" pitchFamily="34" charset="0"/>
              </a:defRPr>
            </a:lvl1pPr>
          </a:lstStyle>
          <a:p>
            <a:pPr algn="l"/>
            <a:r>
              <a:rPr lang="en-US" sz="2800" b="1" dirty="0">
                <a:solidFill>
                  <a:srgbClr val="22497C">
                    <a:alpha val="94000"/>
                  </a:srgbClr>
                </a:solidFill>
                <a:latin typeface="Albert Sans" pitchFamily="2" charset="0"/>
              </a:rPr>
              <a:t>PENELITIAN TERDAHULU</a:t>
            </a:r>
          </a:p>
        </p:txBody>
      </p:sp>
      <p:pic>
        <p:nvPicPr>
          <p:cNvPr id="9264" name="Picture 2">
            <a:extLst>
              <a:ext uri="{FF2B5EF4-FFF2-40B4-BE49-F238E27FC236}">
                <a16:creationId xmlns:a16="http://schemas.microsoft.com/office/drawing/2014/main" id="{CFAE74BB-FA02-AA9C-27F7-3C7D0676E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51649" y="-1023561"/>
            <a:ext cx="598414" cy="59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5AB4D97-6DD1-15DA-5AAB-7E06B7EFC6BD}"/>
              </a:ext>
            </a:extLst>
          </p:cNvPr>
          <p:cNvSpPr/>
          <p:nvPr/>
        </p:nvSpPr>
        <p:spPr>
          <a:xfrm flipH="1" flipV="1">
            <a:off x="-2041571" y="-7955069"/>
            <a:ext cx="13979072" cy="8924048"/>
          </a:xfrm>
          <a:custGeom>
            <a:avLst/>
            <a:gdLst>
              <a:gd name="connsiteX0" fmla="*/ 14426439 w 14426439"/>
              <a:gd name="connsiteY0" fmla="*/ 8924048 h 8924048"/>
              <a:gd name="connsiteX1" fmla="*/ 0 w 14426439"/>
              <a:gd name="connsiteY1" fmla="*/ 8924048 h 8924048"/>
              <a:gd name="connsiteX2" fmla="*/ 0 w 14426439"/>
              <a:gd name="connsiteY2" fmla="*/ 1607761 h 8924048"/>
              <a:gd name="connsiteX3" fmla="*/ 0 w 14426439"/>
              <a:gd name="connsiteY3" fmla="*/ 1283665 h 8924048"/>
              <a:gd name="connsiteX4" fmla="*/ 0 w 14426439"/>
              <a:gd name="connsiteY4" fmla="*/ 1027483 h 8924048"/>
              <a:gd name="connsiteX5" fmla="*/ 9453972 w 14426439"/>
              <a:gd name="connsiteY5" fmla="*/ 1027483 h 8924048"/>
              <a:gd name="connsiteX6" fmla="*/ 9453972 w 14426439"/>
              <a:gd name="connsiteY6" fmla="*/ 1020389 h 8924048"/>
              <a:gd name="connsiteX7" fmla="*/ 11106735 w 14426439"/>
              <a:gd name="connsiteY7" fmla="*/ 185684 h 8924048"/>
              <a:gd name="connsiteX8" fmla="*/ 11110674 w 14426439"/>
              <a:gd name="connsiteY8" fmla="*/ 184088 h 8924048"/>
              <a:gd name="connsiteX9" fmla="*/ 11122288 w 14426439"/>
              <a:gd name="connsiteY9" fmla="*/ 176296 h 8924048"/>
              <a:gd name="connsiteX10" fmla="*/ 11890928 w 14426439"/>
              <a:gd name="connsiteY10" fmla="*/ 0 h 8924048"/>
              <a:gd name="connsiteX11" fmla="*/ 11941803 w 14426439"/>
              <a:gd name="connsiteY11" fmla="*/ 0 h 8924048"/>
              <a:gd name="connsiteX12" fmla="*/ 14426439 w 14426439"/>
              <a:gd name="connsiteY12" fmla="*/ 0 h 8924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26439" h="8924048">
                <a:moveTo>
                  <a:pt x="14426439" y="8924048"/>
                </a:moveTo>
                <a:lnTo>
                  <a:pt x="0" y="8924048"/>
                </a:lnTo>
                <a:lnTo>
                  <a:pt x="0" y="1607761"/>
                </a:lnTo>
                <a:lnTo>
                  <a:pt x="0" y="1283665"/>
                </a:lnTo>
                <a:lnTo>
                  <a:pt x="0" y="1027483"/>
                </a:lnTo>
                <a:lnTo>
                  <a:pt x="9453972" y="1027483"/>
                </a:lnTo>
                <a:lnTo>
                  <a:pt x="9453972" y="1020389"/>
                </a:lnTo>
                <a:cubicBezTo>
                  <a:pt x="10323133" y="1020389"/>
                  <a:pt x="10640581" y="411029"/>
                  <a:pt x="11106735" y="185684"/>
                </a:cubicBezTo>
                <a:lnTo>
                  <a:pt x="11110674" y="184088"/>
                </a:lnTo>
                <a:lnTo>
                  <a:pt x="11122288" y="176296"/>
                </a:lnTo>
                <a:cubicBezTo>
                  <a:pt x="11318996" y="67371"/>
                  <a:pt x="11590753" y="0"/>
                  <a:pt x="11890928" y="0"/>
                </a:cubicBezTo>
                <a:lnTo>
                  <a:pt x="11941803" y="0"/>
                </a:lnTo>
                <a:lnTo>
                  <a:pt x="14426439" y="0"/>
                </a:lnTo>
                <a:close/>
              </a:path>
            </a:pathLst>
          </a:custGeom>
          <a:gradFill>
            <a:gsLst>
              <a:gs pos="0">
                <a:srgbClr val="14265E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267" name="Group 9266">
            <a:extLst>
              <a:ext uri="{FF2B5EF4-FFF2-40B4-BE49-F238E27FC236}">
                <a16:creationId xmlns:a16="http://schemas.microsoft.com/office/drawing/2014/main" id="{B20A666B-513D-FC2A-FBDD-E2BC15BBC2C1}"/>
              </a:ext>
            </a:extLst>
          </p:cNvPr>
          <p:cNvGrpSpPr/>
          <p:nvPr/>
        </p:nvGrpSpPr>
        <p:grpSpPr>
          <a:xfrm>
            <a:off x="8267700" y="11065613"/>
            <a:ext cx="2937510" cy="1848264"/>
            <a:chOff x="8267700" y="1214976"/>
            <a:chExt cx="2937510" cy="1848264"/>
          </a:xfrm>
        </p:grpSpPr>
        <p:sp>
          <p:nvSpPr>
            <p:cNvPr id="9268" name="Rectangle: Rounded Corners 9267">
              <a:extLst>
                <a:ext uri="{FF2B5EF4-FFF2-40B4-BE49-F238E27FC236}">
                  <a16:creationId xmlns:a16="http://schemas.microsoft.com/office/drawing/2014/main" id="{A21A1205-E319-4C6D-2073-09627474D86B}"/>
                </a:ext>
              </a:extLst>
            </p:cNvPr>
            <p:cNvSpPr/>
            <p:nvPr/>
          </p:nvSpPr>
          <p:spPr>
            <a:xfrm>
              <a:off x="8267700" y="147405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77000">
                    <a:srgbClr val="00B050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1000">
                    <a:srgbClr val="00B050">
                      <a:alpha val="0"/>
                    </a:srgbClr>
                  </a:gs>
                  <a:gs pos="100000">
                    <a:srgbClr val="009B00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69" name="Rectangle: Rounded Corners 9268">
              <a:extLst>
                <a:ext uri="{FF2B5EF4-FFF2-40B4-BE49-F238E27FC236}">
                  <a16:creationId xmlns:a16="http://schemas.microsoft.com/office/drawing/2014/main" id="{B691BAD1-28EB-B4A7-30B9-D55E36E00C6F}"/>
                </a:ext>
              </a:extLst>
            </p:cNvPr>
            <p:cNvSpPr/>
            <p:nvPr/>
          </p:nvSpPr>
          <p:spPr>
            <a:xfrm flipV="1">
              <a:off x="8267700" y="121497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100000">
                    <a:srgbClr val="CE55DE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5000">
                    <a:srgbClr val="FB67FC">
                      <a:alpha val="0"/>
                    </a:srgbClr>
                  </a:gs>
                  <a:gs pos="82000">
                    <a:srgbClr val="CE55DE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270" name="Group 9269">
            <a:extLst>
              <a:ext uri="{FF2B5EF4-FFF2-40B4-BE49-F238E27FC236}">
                <a16:creationId xmlns:a16="http://schemas.microsoft.com/office/drawing/2014/main" id="{E6403A2D-D47E-67C3-ACCF-568FC6D4A6B8}"/>
              </a:ext>
            </a:extLst>
          </p:cNvPr>
          <p:cNvGrpSpPr/>
          <p:nvPr/>
        </p:nvGrpSpPr>
        <p:grpSpPr>
          <a:xfrm flipH="1" flipV="1">
            <a:off x="3886201" y="9769965"/>
            <a:ext cx="2937510" cy="1848264"/>
            <a:chOff x="8267700" y="1214976"/>
            <a:chExt cx="2937510" cy="1848264"/>
          </a:xfrm>
        </p:grpSpPr>
        <p:sp>
          <p:nvSpPr>
            <p:cNvPr id="9271" name="Rectangle: Rounded Corners 9270">
              <a:extLst>
                <a:ext uri="{FF2B5EF4-FFF2-40B4-BE49-F238E27FC236}">
                  <a16:creationId xmlns:a16="http://schemas.microsoft.com/office/drawing/2014/main" id="{EFD5A823-B629-7854-9E5D-741F3C4D246B}"/>
                </a:ext>
              </a:extLst>
            </p:cNvPr>
            <p:cNvSpPr/>
            <p:nvPr/>
          </p:nvSpPr>
          <p:spPr>
            <a:xfrm>
              <a:off x="8267700" y="147405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77000">
                    <a:srgbClr val="00B050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1000">
                    <a:srgbClr val="00B050">
                      <a:alpha val="0"/>
                    </a:srgbClr>
                  </a:gs>
                  <a:gs pos="100000">
                    <a:srgbClr val="009B00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72" name="Rectangle: Rounded Corners 9271">
              <a:extLst>
                <a:ext uri="{FF2B5EF4-FFF2-40B4-BE49-F238E27FC236}">
                  <a16:creationId xmlns:a16="http://schemas.microsoft.com/office/drawing/2014/main" id="{05B0C60F-0C0A-41BF-4C63-EF17DD43F732}"/>
                </a:ext>
              </a:extLst>
            </p:cNvPr>
            <p:cNvSpPr/>
            <p:nvPr/>
          </p:nvSpPr>
          <p:spPr>
            <a:xfrm flipV="1">
              <a:off x="8267700" y="121497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82000">
                    <a:srgbClr val="0070C0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5000">
                    <a:srgbClr val="0070C0">
                      <a:alpha val="0"/>
                    </a:srgbClr>
                  </a:gs>
                  <a:gs pos="100000">
                    <a:srgbClr val="0070C0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273" name="Group 9272">
            <a:extLst>
              <a:ext uri="{FF2B5EF4-FFF2-40B4-BE49-F238E27FC236}">
                <a16:creationId xmlns:a16="http://schemas.microsoft.com/office/drawing/2014/main" id="{ED0E27CD-9177-F168-DD39-292BD8AC6E4A}"/>
              </a:ext>
            </a:extLst>
          </p:cNvPr>
          <p:cNvGrpSpPr/>
          <p:nvPr/>
        </p:nvGrpSpPr>
        <p:grpSpPr>
          <a:xfrm>
            <a:off x="8267700" y="8464078"/>
            <a:ext cx="2937510" cy="1848264"/>
            <a:chOff x="8267700" y="1214976"/>
            <a:chExt cx="2937510" cy="1848264"/>
          </a:xfrm>
        </p:grpSpPr>
        <p:sp>
          <p:nvSpPr>
            <p:cNvPr id="9274" name="Rectangle: Rounded Corners 9273">
              <a:extLst>
                <a:ext uri="{FF2B5EF4-FFF2-40B4-BE49-F238E27FC236}">
                  <a16:creationId xmlns:a16="http://schemas.microsoft.com/office/drawing/2014/main" id="{3E38A1E9-EE96-7C68-9752-30B79048653C}"/>
                </a:ext>
              </a:extLst>
            </p:cNvPr>
            <p:cNvSpPr/>
            <p:nvPr/>
          </p:nvSpPr>
          <p:spPr>
            <a:xfrm>
              <a:off x="8267700" y="147405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77000">
                    <a:srgbClr val="F43857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1000">
                    <a:srgbClr val="F43857">
                      <a:alpha val="0"/>
                    </a:srgbClr>
                  </a:gs>
                  <a:gs pos="100000">
                    <a:srgbClr val="F43857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75" name="Rectangle: Rounded Corners 9274">
              <a:extLst>
                <a:ext uri="{FF2B5EF4-FFF2-40B4-BE49-F238E27FC236}">
                  <a16:creationId xmlns:a16="http://schemas.microsoft.com/office/drawing/2014/main" id="{B612D3DD-2D29-1B2D-A225-4B81AEB77CB6}"/>
                </a:ext>
              </a:extLst>
            </p:cNvPr>
            <p:cNvSpPr/>
            <p:nvPr/>
          </p:nvSpPr>
          <p:spPr>
            <a:xfrm flipV="1">
              <a:off x="8267700" y="121497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82000">
                    <a:srgbClr val="0070C0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5000">
                    <a:srgbClr val="0070C0">
                      <a:alpha val="0"/>
                    </a:srgbClr>
                  </a:gs>
                  <a:gs pos="100000">
                    <a:srgbClr val="0070C0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76" name="Group 9275">
            <a:extLst>
              <a:ext uri="{FF2B5EF4-FFF2-40B4-BE49-F238E27FC236}">
                <a16:creationId xmlns:a16="http://schemas.microsoft.com/office/drawing/2014/main" id="{CB68D201-D389-2F14-D5F5-0FC476458F28}"/>
              </a:ext>
            </a:extLst>
          </p:cNvPr>
          <p:cNvGrpSpPr/>
          <p:nvPr/>
        </p:nvGrpSpPr>
        <p:grpSpPr>
          <a:xfrm>
            <a:off x="4537710" y="8252771"/>
            <a:ext cx="6000750" cy="952500"/>
            <a:chOff x="1905000" y="1608189"/>
            <a:chExt cx="6000750" cy="952500"/>
          </a:xfrm>
        </p:grpSpPr>
        <p:sp>
          <p:nvSpPr>
            <p:cNvPr id="9277" name="Rectangle: Top Corners Rounded 9276">
              <a:extLst>
                <a:ext uri="{FF2B5EF4-FFF2-40B4-BE49-F238E27FC236}">
                  <a16:creationId xmlns:a16="http://schemas.microsoft.com/office/drawing/2014/main" id="{57CB732A-21C1-5F1A-780F-E88CB18C47F8}"/>
                </a:ext>
              </a:extLst>
            </p:cNvPr>
            <p:cNvSpPr/>
            <p:nvPr/>
          </p:nvSpPr>
          <p:spPr>
            <a:xfrm rot="5400000" flipH="1">
              <a:off x="4791075" y="-620662"/>
              <a:ext cx="819150" cy="5410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78" name="Rectangle: Top Corners Rounded 9277">
              <a:extLst>
                <a:ext uri="{FF2B5EF4-FFF2-40B4-BE49-F238E27FC236}">
                  <a16:creationId xmlns:a16="http://schemas.microsoft.com/office/drawing/2014/main" id="{6A0F2D7D-5F09-88A5-C7E0-583359361CC7}"/>
                </a:ext>
              </a:extLst>
            </p:cNvPr>
            <p:cNvSpPr/>
            <p:nvPr/>
          </p:nvSpPr>
          <p:spPr>
            <a:xfrm rot="16200000">
              <a:off x="1924050" y="1589139"/>
              <a:ext cx="952500" cy="990600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100000">
                  <a:srgbClr val="CF2F6E"/>
                </a:gs>
                <a:gs pos="0">
                  <a:srgbClr val="F83652"/>
                </a:gs>
              </a:gsLst>
              <a:lin ang="18900000" scaled="1"/>
              <a:tileRect/>
            </a:gradFill>
            <a:ln w="38100">
              <a:solidFill>
                <a:srgbClr val="F43857"/>
              </a:solidFill>
            </a:ln>
            <a:effectLst>
              <a:outerShdw blurRad="228600" dist="1397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79" name="Oval 9278">
              <a:extLst>
                <a:ext uri="{FF2B5EF4-FFF2-40B4-BE49-F238E27FC236}">
                  <a16:creationId xmlns:a16="http://schemas.microsoft.com/office/drawing/2014/main" id="{1B6CE192-81EF-A8CD-408F-6B8AFEF3D2EA}"/>
                </a:ext>
              </a:extLst>
            </p:cNvPr>
            <p:cNvSpPr/>
            <p:nvPr/>
          </p:nvSpPr>
          <p:spPr>
            <a:xfrm>
              <a:off x="7228114" y="1817058"/>
              <a:ext cx="534761" cy="534761"/>
            </a:xfrm>
            <a:prstGeom prst="ellipse">
              <a:avLst/>
            </a:prstGeom>
            <a:gradFill flip="none" rotWithShape="1">
              <a:gsLst>
                <a:gs pos="100000">
                  <a:srgbClr val="CF2F6E"/>
                </a:gs>
                <a:gs pos="0">
                  <a:srgbClr val="F83652"/>
                </a:gs>
              </a:gsLst>
              <a:lin ang="18900000" scaled="1"/>
              <a:tileRect/>
            </a:gradFill>
            <a:ln w="38100">
              <a:solidFill>
                <a:srgbClr val="F43857"/>
              </a:solidFill>
            </a:ln>
            <a:effectLst>
              <a:outerShdw blurRad="228600" dist="139700" dir="84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9280" name="Group 9279">
            <a:extLst>
              <a:ext uri="{FF2B5EF4-FFF2-40B4-BE49-F238E27FC236}">
                <a16:creationId xmlns:a16="http://schemas.microsoft.com/office/drawing/2014/main" id="{9AEF0C1A-58D5-CAC3-D883-344822190318}"/>
              </a:ext>
            </a:extLst>
          </p:cNvPr>
          <p:cNvGrpSpPr/>
          <p:nvPr/>
        </p:nvGrpSpPr>
        <p:grpSpPr>
          <a:xfrm flipH="1">
            <a:off x="4537710" y="9560625"/>
            <a:ext cx="6000750" cy="952500"/>
            <a:chOff x="1905000" y="1608189"/>
            <a:chExt cx="6000750" cy="952500"/>
          </a:xfrm>
        </p:grpSpPr>
        <p:sp>
          <p:nvSpPr>
            <p:cNvPr id="9281" name="Rectangle: Top Corners Rounded 9280">
              <a:extLst>
                <a:ext uri="{FF2B5EF4-FFF2-40B4-BE49-F238E27FC236}">
                  <a16:creationId xmlns:a16="http://schemas.microsoft.com/office/drawing/2014/main" id="{3D8C61CB-9F8C-C092-71FB-1A851B249BD4}"/>
                </a:ext>
              </a:extLst>
            </p:cNvPr>
            <p:cNvSpPr/>
            <p:nvPr/>
          </p:nvSpPr>
          <p:spPr>
            <a:xfrm rot="5400000" flipH="1">
              <a:off x="4791075" y="-620662"/>
              <a:ext cx="819150" cy="5410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82" name="Rectangle: Top Corners Rounded 9281">
              <a:extLst>
                <a:ext uri="{FF2B5EF4-FFF2-40B4-BE49-F238E27FC236}">
                  <a16:creationId xmlns:a16="http://schemas.microsoft.com/office/drawing/2014/main" id="{027F44DC-D511-78C9-6C0C-5168BE4C2CC4}"/>
                </a:ext>
              </a:extLst>
            </p:cNvPr>
            <p:cNvSpPr/>
            <p:nvPr/>
          </p:nvSpPr>
          <p:spPr>
            <a:xfrm rot="16200000">
              <a:off x="1924050" y="1589139"/>
              <a:ext cx="952500" cy="990600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100000">
                  <a:srgbClr val="0070C0"/>
                </a:gs>
                <a:gs pos="0">
                  <a:schemeClr val="accent5">
                    <a:lumMod val="50000"/>
                  </a:schemeClr>
                </a:gs>
              </a:gsLst>
              <a:lin ang="18900000" scaled="1"/>
              <a:tileRect/>
            </a:gradFill>
            <a:ln w="38100">
              <a:solidFill>
                <a:schemeClr val="accent5">
                  <a:lumMod val="75000"/>
                </a:schemeClr>
              </a:solidFill>
            </a:ln>
            <a:effectLst>
              <a:outerShdw blurRad="228600" dist="165100" dir="60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83" name="Oval 9282">
              <a:extLst>
                <a:ext uri="{FF2B5EF4-FFF2-40B4-BE49-F238E27FC236}">
                  <a16:creationId xmlns:a16="http://schemas.microsoft.com/office/drawing/2014/main" id="{DC7E62A0-75AC-AA7E-A017-41284631ADF1}"/>
                </a:ext>
              </a:extLst>
            </p:cNvPr>
            <p:cNvSpPr/>
            <p:nvPr/>
          </p:nvSpPr>
          <p:spPr>
            <a:xfrm>
              <a:off x="7228114" y="1817058"/>
              <a:ext cx="534761" cy="534761"/>
            </a:xfrm>
            <a:prstGeom prst="ellipse">
              <a:avLst/>
            </a:prstGeom>
            <a:gradFill flip="none" rotWithShape="1">
              <a:gsLst>
                <a:gs pos="100000">
                  <a:srgbClr val="0070C0"/>
                </a:gs>
                <a:gs pos="0">
                  <a:schemeClr val="accent5">
                    <a:lumMod val="50000"/>
                  </a:schemeClr>
                </a:gs>
              </a:gsLst>
              <a:lin ang="18900000" scaled="1"/>
              <a:tileRect/>
            </a:gradFill>
            <a:ln w="38100">
              <a:solidFill>
                <a:schemeClr val="accent5">
                  <a:lumMod val="75000"/>
                </a:schemeClr>
              </a:solidFill>
            </a:ln>
            <a:effectLst>
              <a:outerShdw blurRad="228600" dist="139700" dir="36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284" name="Group 9283">
            <a:extLst>
              <a:ext uri="{FF2B5EF4-FFF2-40B4-BE49-F238E27FC236}">
                <a16:creationId xmlns:a16="http://schemas.microsoft.com/office/drawing/2014/main" id="{7A017387-BC9E-5E1E-3257-129F0F3D30B3}"/>
              </a:ext>
            </a:extLst>
          </p:cNvPr>
          <p:cNvGrpSpPr/>
          <p:nvPr/>
        </p:nvGrpSpPr>
        <p:grpSpPr>
          <a:xfrm>
            <a:off x="4537710" y="10868479"/>
            <a:ext cx="6000750" cy="952500"/>
            <a:chOff x="1905000" y="1608189"/>
            <a:chExt cx="6000750" cy="952500"/>
          </a:xfrm>
        </p:grpSpPr>
        <p:sp>
          <p:nvSpPr>
            <p:cNvPr id="9285" name="Rectangle: Top Corners Rounded 9284">
              <a:extLst>
                <a:ext uri="{FF2B5EF4-FFF2-40B4-BE49-F238E27FC236}">
                  <a16:creationId xmlns:a16="http://schemas.microsoft.com/office/drawing/2014/main" id="{33B0C12C-FD2A-07AD-B84C-2259BF843016}"/>
                </a:ext>
              </a:extLst>
            </p:cNvPr>
            <p:cNvSpPr/>
            <p:nvPr/>
          </p:nvSpPr>
          <p:spPr>
            <a:xfrm rot="5400000" flipH="1">
              <a:off x="4791075" y="-620662"/>
              <a:ext cx="819150" cy="5410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86" name="Rectangle: Top Corners Rounded 9285">
              <a:extLst>
                <a:ext uri="{FF2B5EF4-FFF2-40B4-BE49-F238E27FC236}">
                  <a16:creationId xmlns:a16="http://schemas.microsoft.com/office/drawing/2014/main" id="{BBDC67AC-49FE-3681-2C5D-29F4E1249288}"/>
                </a:ext>
              </a:extLst>
            </p:cNvPr>
            <p:cNvSpPr/>
            <p:nvPr/>
          </p:nvSpPr>
          <p:spPr>
            <a:xfrm rot="16200000">
              <a:off x="1924050" y="1589139"/>
              <a:ext cx="952500" cy="990600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34000">
                  <a:srgbClr val="4FC000"/>
                </a:gs>
                <a:gs pos="100000">
                  <a:srgbClr val="009B00"/>
                </a:gs>
                <a:gs pos="0">
                  <a:srgbClr val="BCF300"/>
                </a:gs>
              </a:gsLst>
              <a:lin ang="18900000" scaled="1"/>
              <a:tileRect/>
            </a:gradFill>
            <a:ln w="38100">
              <a:solidFill>
                <a:srgbClr val="65CA00"/>
              </a:solidFill>
            </a:ln>
            <a:effectLst>
              <a:outerShdw blurRad="228600" dist="1397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87" name="Oval 9286">
              <a:extLst>
                <a:ext uri="{FF2B5EF4-FFF2-40B4-BE49-F238E27FC236}">
                  <a16:creationId xmlns:a16="http://schemas.microsoft.com/office/drawing/2014/main" id="{30FB23E9-5611-0A0F-2C35-1918E8C21218}"/>
                </a:ext>
              </a:extLst>
            </p:cNvPr>
            <p:cNvSpPr/>
            <p:nvPr/>
          </p:nvSpPr>
          <p:spPr>
            <a:xfrm>
              <a:off x="7228114" y="1817058"/>
              <a:ext cx="534761" cy="534761"/>
            </a:xfrm>
            <a:prstGeom prst="ellipse">
              <a:avLst/>
            </a:prstGeom>
            <a:gradFill flip="none" rotWithShape="1">
              <a:gsLst>
                <a:gs pos="45000">
                  <a:srgbClr val="4FC000"/>
                </a:gs>
                <a:gs pos="100000">
                  <a:srgbClr val="009B00"/>
                </a:gs>
                <a:gs pos="0">
                  <a:srgbClr val="BCF300"/>
                </a:gs>
              </a:gsLst>
              <a:lin ang="18900000" scaled="1"/>
              <a:tileRect/>
            </a:gradFill>
            <a:ln w="38100">
              <a:solidFill>
                <a:srgbClr val="65CA00"/>
              </a:solidFill>
            </a:ln>
            <a:effectLst>
              <a:outerShdw blurRad="228600" dist="139700" dir="84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288" name="Group 9287">
            <a:extLst>
              <a:ext uri="{FF2B5EF4-FFF2-40B4-BE49-F238E27FC236}">
                <a16:creationId xmlns:a16="http://schemas.microsoft.com/office/drawing/2014/main" id="{BEBE1F0C-59CD-4520-21DC-EE54BF2FF3F2}"/>
              </a:ext>
            </a:extLst>
          </p:cNvPr>
          <p:cNvGrpSpPr/>
          <p:nvPr/>
        </p:nvGrpSpPr>
        <p:grpSpPr>
          <a:xfrm flipH="1">
            <a:off x="4537710" y="12176334"/>
            <a:ext cx="6000750" cy="952500"/>
            <a:chOff x="1905000" y="1608189"/>
            <a:chExt cx="6000750" cy="952500"/>
          </a:xfrm>
        </p:grpSpPr>
        <p:sp>
          <p:nvSpPr>
            <p:cNvPr id="9289" name="Rectangle: Top Corners Rounded 9288">
              <a:extLst>
                <a:ext uri="{FF2B5EF4-FFF2-40B4-BE49-F238E27FC236}">
                  <a16:creationId xmlns:a16="http://schemas.microsoft.com/office/drawing/2014/main" id="{7CD28F28-77E5-B7BE-4949-97CF97132C8E}"/>
                </a:ext>
              </a:extLst>
            </p:cNvPr>
            <p:cNvSpPr/>
            <p:nvPr/>
          </p:nvSpPr>
          <p:spPr>
            <a:xfrm rot="5400000" flipH="1">
              <a:off x="4791075" y="-620662"/>
              <a:ext cx="819150" cy="5410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90" name="Rectangle: Top Corners Rounded 9289">
              <a:extLst>
                <a:ext uri="{FF2B5EF4-FFF2-40B4-BE49-F238E27FC236}">
                  <a16:creationId xmlns:a16="http://schemas.microsoft.com/office/drawing/2014/main" id="{BCDF7877-2C53-7DEB-9005-543E213A1C20}"/>
                </a:ext>
              </a:extLst>
            </p:cNvPr>
            <p:cNvSpPr/>
            <p:nvPr/>
          </p:nvSpPr>
          <p:spPr>
            <a:xfrm rot="16200000">
              <a:off x="1924050" y="1589139"/>
              <a:ext cx="952500" cy="990600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34000">
                  <a:srgbClr val="AC48C8"/>
                </a:gs>
                <a:gs pos="100000">
                  <a:srgbClr val="7030A0"/>
                </a:gs>
                <a:gs pos="0">
                  <a:srgbClr val="FB67FC"/>
                </a:gs>
              </a:gsLst>
              <a:lin ang="18900000" scaled="1"/>
              <a:tileRect/>
            </a:gradFill>
            <a:ln w="38100">
              <a:solidFill>
                <a:srgbClr val="CE55DE"/>
              </a:solidFill>
            </a:ln>
            <a:effectLst>
              <a:outerShdw blurRad="228600" dist="139700" dir="60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91" name="Oval 9290">
              <a:extLst>
                <a:ext uri="{FF2B5EF4-FFF2-40B4-BE49-F238E27FC236}">
                  <a16:creationId xmlns:a16="http://schemas.microsoft.com/office/drawing/2014/main" id="{A9034693-8588-8AA7-8CDB-0ACA3EA03AFD}"/>
                </a:ext>
              </a:extLst>
            </p:cNvPr>
            <p:cNvSpPr/>
            <p:nvPr/>
          </p:nvSpPr>
          <p:spPr>
            <a:xfrm>
              <a:off x="7228114" y="1817058"/>
              <a:ext cx="534761" cy="534761"/>
            </a:xfrm>
            <a:prstGeom prst="ellipse">
              <a:avLst/>
            </a:prstGeom>
            <a:gradFill flip="none" rotWithShape="1">
              <a:gsLst>
                <a:gs pos="34000">
                  <a:srgbClr val="AC48C8"/>
                </a:gs>
                <a:gs pos="100000">
                  <a:srgbClr val="7030A0"/>
                </a:gs>
                <a:gs pos="0">
                  <a:srgbClr val="FB67FC"/>
                </a:gs>
              </a:gsLst>
              <a:lin ang="18900000" scaled="1"/>
              <a:tileRect/>
            </a:gradFill>
            <a:ln w="38100">
              <a:solidFill>
                <a:srgbClr val="CE55DE"/>
              </a:solidFill>
            </a:ln>
            <a:effectLst>
              <a:outerShdw blurRad="228600" dist="139700" dir="36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9292" name="Group 9291">
            <a:extLst>
              <a:ext uri="{FF2B5EF4-FFF2-40B4-BE49-F238E27FC236}">
                <a16:creationId xmlns:a16="http://schemas.microsoft.com/office/drawing/2014/main" id="{B11BBAA4-9F2A-8292-B046-BEE124BEB56F}"/>
              </a:ext>
            </a:extLst>
          </p:cNvPr>
          <p:cNvGrpSpPr/>
          <p:nvPr/>
        </p:nvGrpSpPr>
        <p:grpSpPr>
          <a:xfrm>
            <a:off x="4617801" y="8319445"/>
            <a:ext cx="955830" cy="887134"/>
            <a:chOff x="4655901" y="1070343"/>
            <a:chExt cx="955830" cy="887134"/>
          </a:xfrm>
        </p:grpSpPr>
        <p:sp>
          <p:nvSpPr>
            <p:cNvPr id="9293" name="TextBox 9292">
              <a:extLst>
                <a:ext uri="{FF2B5EF4-FFF2-40B4-BE49-F238E27FC236}">
                  <a16:creationId xmlns:a16="http://schemas.microsoft.com/office/drawing/2014/main" id="{BE77ACFD-4F72-C415-5582-FB1518315426}"/>
                </a:ext>
              </a:extLst>
            </p:cNvPr>
            <p:cNvSpPr txBox="1"/>
            <p:nvPr/>
          </p:nvSpPr>
          <p:spPr>
            <a:xfrm>
              <a:off x="4655901" y="1070343"/>
              <a:ext cx="955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algn="ctr"/>
              <a:r>
                <a:rPr lang="en-US" sz="1600" dirty="0">
                  <a:solidFill>
                    <a:schemeClr val="bg1">
                      <a:lumMod val="85000"/>
                      <a:alpha val="74000"/>
                    </a:schemeClr>
                  </a:solidFill>
                  <a:latin typeface="Albert Sans" pitchFamily="2" charset="0"/>
                </a:rPr>
                <a:t>STEP</a:t>
              </a:r>
            </a:p>
          </p:txBody>
        </p:sp>
        <p:sp>
          <p:nvSpPr>
            <p:cNvPr id="9294" name="TextBox 9293">
              <a:extLst>
                <a:ext uri="{FF2B5EF4-FFF2-40B4-BE49-F238E27FC236}">
                  <a16:creationId xmlns:a16="http://schemas.microsoft.com/office/drawing/2014/main" id="{6E5A9673-B9D0-A8C8-3136-527674316B07}"/>
                </a:ext>
              </a:extLst>
            </p:cNvPr>
            <p:cNvSpPr txBox="1"/>
            <p:nvPr/>
          </p:nvSpPr>
          <p:spPr>
            <a:xfrm>
              <a:off x="4655901" y="1188036"/>
              <a:ext cx="95583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algn="ctr"/>
              <a:r>
                <a:rPr lang="en-US" sz="4400" b="1" dirty="0">
                  <a:solidFill>
                    <a:schemeClr val="bg1">
                      <a:alpha val="90000"/>
                    </a:schemeClr>
                  </a:solidFill>
                  <a:latin typeface="Albert Sans" pitchFamily="2" charset="0"/>
                </a:rPr>
                <a:t>01</a:t>
              </a:r>
            </a:p>
          </p:txBody>
        </p:sp>
      </p:grpSp>
      <p:grpSp>
        <p:nvGrpSpPr>
          <p:cNvPr id="9295" name="Group 9294">
            <a:extLst>
              <a:ext uri="{FF2B5EF4-FFF2-40B4-BE49-F238E27FC236}">
                <a16:creationId xmlns:a16="http://schemas.microsoft.com/office/drawing/2014/main" id="{958DEC04-EB92-10E2-23D1-8440D0A5B991}"/>
              </a:ext>
            </a:extLst>
          </p:cNvPr>
          <p:cNvGrpSpPr/>
          <p:nvPr/>
        </p:nvGrpSpPr>
        <p:grpSpPr>
          <a:xfrm>
            <a:off x="4617801" y="10918142"/>
            <a:ext cx="955830" cy="887134"/>
            <a:chOff x="4655901" y="1070343"/>
            <a:chExt cx="955830" cy="887134"/>
          </a:xfrm>
        </p:grpSpPr>
        <p:sp>
          <p:nvSpPr>
            <p:cNvPr id="9296" name="TextBox 9295">
              <a:extLst>
                <a:ext uri="{FF2B5EF4-FFF2-40B4-BE49-F238E27FC236}">
                  <a16:creationId xmlns:a16="http://schemas.microsoft.com/office/drawing/2014/main" id="{B85D772C-1CA1-8133-8966-94D8D3FD5673}"/>
                </a:ext>
              </a:extLst>
            </p:cNvPr>
            <p:cNvSpPr txBox="1"/>
            <p:nvPr/>
          </p:nvSpPr>
          <p:spPr>
            <a:xfrm>
              <a:off x="4655901" y="1070343"/>
              <a:ext cx="955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algn="ctr"/>
              <a:r>
                <a:rPr lang="en-US" sz="1600" dirty="0">
                  <a:solidFill>
                    <a:schemeClr val="bg1">
                      <a:lumMod val="85000"/>
                      <a:alpha val="74000"/>
                    </a:schemeClr>
                  </a:solidFill>
                  <a:latin typeface="Albert Sans" pitchFamily="2" charset="0"/>
                </a:rPr>
                <a:t>STEP</a:t>
              </a:r>
            </a:p>
          </p:txBody>
        </p:sp>
        <p:sp>
          <p:nvSpPr>
            <p:cNvPr id="9297" name="TextBox 9296">
              <a:extLst>
                <a:ext uri="{FF2B5EF4-FFF2-40B4-BE49-F238E27FC236}">
                  <a16:creationId xmlns:a16="http://schemas.microsoft.com/office/drawing/2014/main" id="{AF2121F2-6DB1-C533-C51C-07032937E03E}"/>
                </a:ext>
              </a:extLst>
            </p:cNvPr>
            <p:cNvSpPr txBox="1"/>
            <p:nvPr/>
          </p:nvSpPr>
          <p:spPr>
            <a:xfrm>
              <a:off x="4655901" y="1188036"/>
              <a:ext cx="95583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algn="ctr"/>
              <a:r>
                <a:rPr lang="en-US" sz="4400" b="1" dirty="0">
                  <a:solidFill>
                    <a:schemeClr val="bg1">
                      <a:alpha val="90000"/>
                    </a:schemeClr>
                  </a:solidFill>
                  <a:latin typeface="Albert Sans" pitchFamily="2" charset="0"/>
                </a:rPr>
                <a:t>02</a:t>
              </a:r>
            </a:p>
          </p:txBody>
        </p:sp>
      </p:grpSp>
      <p:grpSp>
        <p:nvGrpSpPr>
          <p:cNvPr id="9298" name="Group 9297">
            <a:extLst>
              <a:ext uri="{FF2B5EF4-FFF2-40B4-BE49-F238E27FC236}">
                <a16:creationId xmlns:a16="http://schemas.microsoft.com/office/drawing/2014/main" id="{6ADED138-0427-4316-EEC9-88BA6EF8C366}"/>
              </a:ext>
            </a:extLst>
          </p:cNvPr>
          <p:cNvGrpSpPr/>
          <p:nvPr/>
        </p:nvGrpSpPr>
        <p:grpSpPr>
          <a:xfrm>
            <a:off x="9518628" y="9621914"/>
            <a:ext cx="955830" cy="887134"/>
            <a:chOff x="4645997" y="1070343"/>
            <a:chExt cx="955830" cy="887134"/>
          </a:xfrm>
        </p:grpSpPr>
        <p:sp>
          <p:nvSpPr>
            <p:cNvPr id="9299" name="TextBox 9298">
              <a:extLst>
                <a:ext uri="{FF2B5EF4-FFF2-40B4-BE49-F238E27FC236}">
                  <a16:creationId xmlns:a16="http://schemas.microsoft.com/office/drawing/2014/main" id="{756A4EE7-66AB-5710-28F5-55BF59DAB6DD}"/>
                </a:ext>
              </a:extLst>
            </p:cNvPr>
            <p:cNvSpPr txBox="1"/>
            <p:nvPr/>
          </p:nvSpPr>
          <p:spPr>
            <a:xfrm>
              <a:off x="4645997" y="1070343"/>
              <a:ext cx="955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algn="ctr"/>
              <a:r>
                <a:rPr lang="en-US" sz="1600" dirty="0">
                  <a:solidFill>
                    <a:schemeClr val="bg1">
                      <a:lumMod val="85000"/>
                      <a:alpha val="74000"/>
                    </a:schemeClr>
                  </a:solidFill>
                  <a:latin typeface="Albert Sans" pitchFamily="2" charset="0"/>
                </a:rPr>
                <a:t>STEP</a:t>
              </a:r>
            </a:p>
          </p:txBody>
        </p:sp>
        <p:sp>
          <p:nvSpPr>
            <p:cNvPr id="9300" name="TextBox 9299">
              <a:extLst>
                <a:ext uri="{FF2B5EF4-FFF2-40B4-BE49-F238E27FC236}">
                  <a16:creationId xmlns:a16="http://schemas.microsoft.com/office/drawing/2014/main" id="{39D00167-71AF-FF32-49CF-7915D155FBD8}"/>
                </a:ext>
              </a:extLst>
            </p:cNvPr>
            <p:cNvSpPr txBox="1"/>
            <p:nvPr/>
          </p:nvSpPr>
          <p:spPr>
            <a:xfrm>
              <a:off x="4645997" y="1188036"/>
              <a:ext cx="95583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algn="ctr"/>
              <a:r>
                <a:rPr lang="en-US" sz="4400" b="1" dirty="0">
                  <a:solidFill>
                    <a:schemeClr val="bg1">
                      <a:alpha val="90000"/>
                    </a:schemeClr>
                  </a:solidFill>
                  <a:latin typeface="Albert Sans" pitchFamily="2" charset="0"/>
                </a:rPr>
                <a:t>03</a:t>
              </a:r>
            </a:p>
          </p:txBody>
        </p:sp>
      </p:grpSp>
      <p:grpSp>
        <p:nvGrpSpPr>
          <p:cNvPr id="9301" name="Group 9300">
            <a:extLst>
              <a:ext uri="{FF2B5EF4-FFF2-40B4-BE49-F238E27FC236}">
                <a16:creationId xmlns:a16="http://schemas.microsoft.com/office/drawing/2014/main" id="{B2401727-907A-F8C9-8220-7BC633EF4068}"/>
              </a:ext>
            </a:extLst>
          </p:cNvPr>
          <p:cNvGrpSpPr/>
          <p:nvPr/>
        </p:nvGrpSpPr>
        <p:grpSpPr>
          <a:xfrm>
            <a:off x="9501104" y="12243550"/>
            <a:ext cx="990878" cy="887134"/>
            <a:chOff x="4620853" y="1070343"/>
            <a:chExt cx="990878" cy="887134"/>
          </a:xfrm>
        </p:grpSpPr>
        <p:sp>
          <p:nvSpPr>
            <p:cNvPr id="9302" name="TextBox 9301">
              <a:extLst>
                <a:ext uri="{FF2B5EF4-FFF2-40B4-BE49-F238E27FC236}">
                  <a16:creationId xmlns:a16="http://schemas.microsoft.com/office/drawing/2014/main" id="{036FFFC5-57EC-21C3-E029-B7E9AF5B662B}"/>
                </a:ext>
              </a:extLst>
            </p:cNvPr>
            <p:cNvSpPr txBox="1"/>
            <p:nvPr/>
          </p:nvSpPr>
          <p:spPr>
            <a:xfrm>
              <a:off x="4638377" y="1070343"/>
              <a:ext cx="955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algn="ctr"/>
              <a:r>
                <a:rPr lang="en-US" sz="1600" dirty="0">
                  <a:solidFill>
                    <a:schemeClr val="bg1">
                      <a:lumMod val="85000"/>
                      <a:alpha val="74000"/>
                    </a:schemeClr>
                  </a:solidFill>
                  <a:latin typeface="Albert Sans" pitchFamily="2" charset="0"/>
                </a:rPr>
                <a:t>STEP</a:t>
              </a:r>
            </a:p>
          </p:txBody>
        </p:sp>
        <p:sp>
          <p:nvSpPr>
            <p:cNvPr id="9303" name="TextBox 9302">
              <a:extLst>
                <a:ext uri="{FF2B5EF4-FFF2-40B4-BE49-F238E27FC236}">
                  <a16:creationId xmlns:a16="http://schemas.microsoft.com/office/drawing/2014/main" id="{7B8B92F1-1D19-9956-FDC5-2EA366E0AD76}"/>
                </a:ext>
              </a:extLst>
            </p:cNvPr>
            <p:cNvSpPr txBox="1"/>
            <p:nvPr/>
          </p:nvSpPr>
          <p:spPr>
            <a:xfrm>
              <a:off x="4620853" y="1188036"/>
              <a:ext cx="99087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algn="ctr"/>
              <a:r>
                <a:rPr lang="en-US" sz="4400" b="1" dirty="0">
                  <a:solidFill>
                    <a:schemeClr val="bg1">
                      <a:alpha val="90000"/>
                    </a:schemeClr>
                  </a:solidFill>
                  <a:latin typeface="Albert Sans" pitchFamily="2" charset="0"/>
                </a:rPr>
                <a:t>04</a:t>
              </a:r>
            </a:p>
          </p:txBody>
        </p:sp>
      </p:grpSp>
      <p:grpSp>
        <p:nvGrpSpPr>
          <p:cNvPr id="9304" name="Group 9303">
            <a:extLst>
              <a:ext uri="{FF2B5EF4-FFF2-40B4-BE49-F238E27FC236}">
                <a16:creationId xmlns:a16="http://schemas.microsoft.com/office/drawing/2014/main" id="{928DDDC5-31C5-350B-BBD3-2D78ED54789F}"/>
              </a:ext>
            </a:extLst>
          </p:cNvPr>
          <p:cNvGrpSpPr/>
          <p:nvPr/>
        </p:nvGrpSpPr>
        <p:grpSpPr>
          <a:xfrm>
            <a:off x="5723572" y="10993766"/>
            <a:ext cx="4051527" cy="691343"/>
            <a:chOff x="5723572" y="1097604"/>
            <a:chExt cx="4051527" cy="691343"/>
          </a:xfrm>
        </p:grpSpPr>
        <p:sp>
          <p:nvSpPr>
            <p:cNvPr id="9305" name="TextBox 9304">
              <a:extLst>
                <a:ext uri="{FF2B5EF4-FFF2-40B4-BE49-F238E27FC236}">
                  <a16:creationId xmlns:a16="http://schemas.microsoft.com/office/drawing/2014/main" id="{71A3EC24-57D8-9F19-867F-5B7345CC47A5}"/>
                </a:ext>
              </a:extLst>
            </p:cNvPr>
            <p:cNvSpPr txBox="1"/>
            <p:nvPr/>
          </p:nvSpPr>
          <p:spPr>
            <a:xfrm>
              <a:off x="5723572" y="1327282"/>
              <a:ext cx="4051527" cy="46166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defTabSz="609630">
                <a:defRPr/>
              </a:pPr>
              <a:r>
                <a:rPr lang="id-ID" sz="1200" dirty="0">
                  <a:solidFill>
                    <a:schemeClr val="bg2">
                      <a:lumMod val="25000"/>
                    </a:schemeClr>
                  </a:solidFill>
                  <a:latin typeface="Albert Sans" pitchFamily="2" charset="0"/>
                  <a:ea typeface="Arial" panose="020B0604020202020204" pitchFamily="34" charset="0"/>
                </a:rPr>
                <a:t>Consectetur Adipiscing Elit Surabiturs Feugiat Elit Eget Mauris Ronsectur Adipiscin Elit Curabitur Feugiat Elit.</a:t>
              </a:r>
            </a:p>
          </p:txBody>
        </p:sp>
        <p:sp>
          <p:nvSpPr>
            <p:cNvPr id="9306" name="TextBox 9305">
              <a:extLst>
                <a:ext uri="{FF2B5EF4-FFF2-40B4-BE49-F238E27FC236}">
                  <a16:creationId xmlns:a16="http://schemas.microsoft.com/office/drawing/2014/main" id="{6135760F-9C4A-4A22-FEE6-1F93C0CF2A63}"/>
                </a:ext>
              </a:extLst>
            </p:cNvPr>
            <p:cNvSpPr txBox="1"/>
            <p:nvPr/>
          </p:nvSpPr>
          <p:spPr>
            <a:xfrm>
              <a:off x="5723572" y="1097604"/>
              <a:ext cx="4051527" cy="297454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defTabSz="609630">
                <a:defRPr/>
              </a:pPr>
              <a:r>
                <a:rPr lang="en-US" sz="1333" b="1" dirty="0">
                  <a:solidFill>
                    <a:srgbClr val="009B00"/>
                  </a:solidFill>
                  <a:latin typeface="Albert Sans" pitchFamily="2" charset="0"/>
                  <a:ea typeface="Arial" panose="020B0604020202020204" pitchFamily="34" charset="0"/>
                </a:rPr>
                <a:t>LOREM IPSUM</a:t>
              </a:r>
              <a:endParaRPr lang="id-ID" sz="1333" b="1" dirty="0">
                <a:solidFill>
                  <a:srgbClr val="009B00"/>
                </a:solidFill>
                <a:latin typeface="Albert Sans" pitchFamily="2" charset="0"/>
                <a:ea typeface="Arial" panose="020B0604020202020204" pitchFamily="34" charset="0"/>
              </a:endParaRPr>
            </a:p>
          </p:txBody>
        </p:sp>
      </p:grpSp>
      <p:grpSp>
        <p:nvGrpSpPr>
          <p:cNvPr id="9307" name="Group 9306">
            <a:extLst>
              <a:ext uri="{FF2B5EF4-FFF2-40B4-BE49-F238E27FC236}">
                <a16:creationId xmlns:a16="http://schemas.microsoft.com/office/drawing/2014/main" id="{C93AE7A3-1089-4781-82E5-9F729213B126}"/>
              </a:ext>
            </a:extLst>
          </p:cNvPr>
          <p:cNvGrpSpPr/>
          <p:nvPr/>
        </p:nvGrpSpPr>
        <p:grpSpPr>
          <a:xfrm>
            <a:off x="5723572" y="8378456"/>
            <a:ext cx="4051527" cy="691343"/>
            <a:chOff x="5723572" y="1097604"/>
            <a:chExt cx="4051527" cy="691343"/>
          </a:xfrm>
        </p:grpSpPr>
        <p:sp>
          <p:nvSpPr>
            <p:cNvPr id="9308" name="TextBox 9307">
              <a:extLst>
                <a:ext uri="{FF2B5EF4-FFF2-40B4-BE49-F238E27FC236}">
                  <a16:creationId xmlns:a16="http://schemas.microsoft.com/office/drawing/2014/main" id="{609A9D55-1ECF-0F27-37A1-F9490D9C7C4C}"/>
                </a:ext>
              </a:extLst>
            </p:cNvPr>
            <p:cNvSpPr txBox="1"/>
            <p:nvPr/>
          </p:nvSpPr>
          <p:spPr>
            <a:xfrm>
              <a:off x="5723572" y="1327282"/>
              <a:ext cx="4051527" cy="46166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defTabSz="609630">
                <a:defRPr/>
              </a:pPr>
              <a:r>
                <a:rPr lang="id-ID" sz="1200" dirty="0">
                  <a:solidFill>
                    <a:schemeClr val="bg2">
                      <a:lumMod val="25000"/>
                    </a:schemeClr>
                  </a:solidFill>
                  <a:latin typeface="Albert Sans" pitchFamily="2" charset="0"/>
                  <a:ea typeface="Arial" panose="020B0604020202020204" pitchFamily="34" charset="0"/>
                </a:rPr>
                <a:t>Consectetur Adipiscing Elit Surabiturs Feugiat Elit Eget Mauris Ronsectur Adipiscin Elit Curabitur Feugiat Elit.</a:t>
              </a:r>
            </a:p>
          </p:txBody>
        </p:sp>
        <p:sp>
          <p:nvSpPr>
            <p:cNvPr id="9309" name="TextBox 9308">
              <a:extLst>
                <a:ext uri="{FF2B5EF4-FFF2-40B4-BE49-F238E27FC236}">
                  <a16:creationId xmlns:a16="http://schemas.microsoft.com/office/drawing/2014/main" id="{DAB8F1DF-DEAA-3690-6493-C66710BD1A66}"/>
                </a:ext>
              </a:extLst>
            </p:cNvPr>
            <p:cNvSpPr txBox="1"/>
            <p:nvPr/>
          </p:nvSpPr>
          <p:spPr>
            <a:xfrm>
              <a:off x="5723572" y="1097604"/>
              <a:ext cx="4051527" cy="297454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defTabSz="609630">
                <a:defRPr/>
              </a:pPr>
              <a:r>
                <a:rPr lang="en-US" sz="1333" b="1" dirty="0">
                  <a:solidFill>
                    <a:srgbClr val="C2365C"/>
                  </a:solidFill>
                  <a:latin typeface="Albert Sans" pitchFamily="2" charset="0"/>
                  <a:ea typeface="Arial" panose="020B0604020202020204" pitchFamily="34" charset="0"/>
                </a:rPr>
                <a:t>LOREM IPSUM</a:t>
              </a:r>
              <a:endParaRPr lang="id-ID" sz="1333" b="1" dirty="0">
                <a:solidFill>
                  <a:srgbClr val="C2365C"/>
                </a:solidFill>
                <a:latin typeface="Albert Sans" pitchFamily="2" charset="0"/>
                <a:ea typeface="Arial" panose="020B0604020202020204" pitchFamily="34" charset="0"/>
              </a:endParaRPr>
            </a:p>
          </p:txBody>
        </p:sp>
      </p:grpSp>
      <p:grpSp>
        <p:nvGrpSpPr>
          <p:cNvPr id="9310" name="Group 9309">
            <a:extLst>
              <a:ext uri="{FF2B5EF4-FFF2-40B4-BE49-F238E27FC236}">
                <a16:creationId xmlns:a16="http://schemas.microsoft.com/office/drawing/2014/main" id="{D16FF2CB-ED07-2862-DAFF-90E65859AE33}"/>
              </a:ext>
            </a:extLst>
          </p:cNvPr>
          <p:cNvGrpSpPr/>
          <p:nvPr/>
        </p:nvGrpSpPr>
        <p:grpSpPr>
          <a:xfrm>
            <a:off x="5409453" y="12314714"/>
            <a:ext cx="4051527" cy="691343"/>
            <a:chOff x="5723572" y="1097604"/>
            <a:chExt cx="4051527" cy="691343"/>
          </a:xfrm>
        </p:grpSpPr>
        <p:sp>
          <p:nvSpPr>
            <p:cNvPr id="9311" name="TextBox 9310">
              <a:extLst>
                <a:ext uri="{FF2B5EF4-FFF2-40B4-BE49-F238E27FC236}">
                  <a16:creationId xmlns:a16="http://schemas.microsoft.com/office/drawing/2014/main" id="{D62E2E55-055A-210F-176E-9C065FC67C74}"/>
                </a:ext>
              </a:extLst>
            </p:cNvPr>
            <p:cNvSpPr txBox="1"/>
            <p:nvPr/>
          </p:nvSpPr>
          <p:spPr>
            <a:xfrm>
              <a:off x="5723572" y="1327282"/>
              <a:ext cx="4051527" cy="46166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defTabSz="609630">
                <a:defRPr/>
              </a:pPr>
              <a:r>
                <a:rPr lang="id-ID" sz="1200" dirty="0">
                  <a:solidFill>
                    <a:schemeClr val="bg2">
                      <a:lumMod val="25000"/>
                    </a:schemeClr>
                  </a:solidFill>
                  <a:latin typeface="Albert Sans" pitchFamily="2" charset="0"/>
                  <a:ea typeface="Arial" panose="020B0604020202020204" pitchFamily="34" charset="0"/>
                </a:rPr>
                <a:t>Consectetur Adipiscing Elit Surabiturs Feugiat Elit Eget Mauris Ronsectur Adipiscin Elit Curabitur Feugiat Elit.</a:t>
              </a:r>
            </a:p>
          </p:txBody>
        </p:sp>
        <p:sp>
          <p:nvSpPr>
            <p:cNvPr id="9312" name="TextBox 9311">
              <a:extLst>
                <a:ext uri="{FF2B5EF4-FFF2-40B4-BE49-F238E27FC236}">
                  <a16:creationId xmlns:a16="http://schemas.microsoft.com/office/drawing/2014/main" id="{6545D06F-D3E6-FE9E-13C5-D4C14D19E254}"/>
                </a:ext>
              </a:extLst>
            </p:cNvPr>
            <p:cNvSpPr txBox="1"/>
            <p:nvPr/>
          </p:nvSpPr>
          <p:spPr>
            <a:xfrm>
              <a:off x="5723572" y="1097604"/>
              <a:ext cx="4051527" cy="297454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defTabSz="609630">
                <a:defRPr/>
              </a:pPr>
              <a:r>
                <a:rPr lang="en-US" sz="1333" b="1" dirty="0">
                  <a:solidFill>
                    <a:srgbClr val="7030A0"/>
                  </a:solidFill>
                  <a:latin typeface="Albert Sans" pitchFamily="2" charset="0"/>
                  <a:ea typeface="Arial" panose="020B0604020202020204" pitchFamily="34" charset="0"/>
                </a:rPr>
                <a:t>LOREM IPSUM</a:t>
              </a:r>
              <a:endParaRPr lang="id-ID" sz="1333" b="1" dirty="0">
                <a:solidFill>
                  <a:srgbClr val="7030A0"/>
                </a:solidFill>
                <a:latin typeface="Albert Sans" pitchFamily="2" charset="0"/>
                <a:ea typeface="Arial" panose="020B0604020202020204" pitchFamily="34" charset="0"/>
              </a:endParaRPr>
            </a:p>
          </p:txBody>
        </p:sp>
      </p:grpSp>
      <p:grpSp>
        <p:nvGrpSpPr>
          <p:cNvPr id="9313" name="Group 9312">
            <a:extLst>
              <a:ext uri="{FF2B5EF4-FFF2-40B4-BE49-F238E27FC236}">
                <a16:creationId xmlns:a16="http://schemas.microsoft.com/office/drawing/2014/main" id="{BAC0BC4E-558A-4E30-A286-3D44A8E08B7C}"/>
              </a:ext>
            </a:extLst>
          </p:cNvPr>
          <p:cNvGrpSpPr/>
          <p:nvPr/>
        </p:nvGrpSpPr>
        <p:grpSpPr>
          <a:xfrm>
            <a:off x="5409453" y="9693445"/>
            <a:ext cx="4051527" cy="691343"/>
            <a:chOff x="5723572" y="1097604"/>
            <a:chExt cx="4051527" cy="691343"/>
          </a:xfrm>
        </p:grpSpPr>
        <p:sp>
          <p:nvSpPr>
            <p:cNvPr id="9314" name="TextBox 9313">
              <a:extLst>
                <a:ext uri="{FF2B5EF4-FFF2-40B4-BE49-F238E27FC236}">
                  <a16:creationId xmlns:a16="http://schemas.microsoft.com/office/drawing/2014/main" id="{875C5156-3B36-9935-E806-15EA97B9C823}"/>
                </a:ext>
              </a:extLst>
            </p:cNvPr>
            <p:cNvSpPr txBox="1"/>
            <p:nvPr/>
          </p:nvSpPr>
          <p:spPr>
            <a:xfrm>
              <a:off x="5723572" y="1327282"/>
              <a:ext cx="4051527" cy="46166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defTabSz="609630">
                <a:defRPr/>
              </a:pPr>
              <a:r>
                <a:rPr lang="id-ID" sz="1200" dirty="0">
                  <a:solidFill>
                    <a:schemeClr val="bg2">
                      <a:lumMod val="25000"/>
                    </a:schemeClr>
                  </a:solidFill>
                  <a:latin typeface="Albert Sans" pitchFamily="2" charset="0"/>
                  <a:ea typeface="Arial" panose="020B0604020202020204" pitchFamily="34" charset="0"/>
                </a:rPr>
                <a:t>Consectetur Adipiscing Elit Surabiturs Feugiat Elit Eget Mauris Ronsectur Adipiscin Elit Curabitur Feugiat Elit.</a:t>
              </a:r>
            </a:p>
          </p:txBody>
        </p:sp>
        <p:sp>
          <p:nvSpPr>
            <p:cNvPr id="9315" name="TextBox 9314">
              <a:extLst>
                <a:ext uri="{FF2B5EF4-FFF2-40B4-BE49-F238E27FC236}">
                  <a16:creationId xmlns:a16="http://schemas.microsoft.com/office/drawing/2014/main" id="{36C5E80C-86FE-D5E0-A5CA-8E3662F5B0E7}"/>
                </a:ext>
              </a:extLst>
            </p:cNvPr>
            <p:cNvSpPr txBox="1"/>
            <p:nvPr/>
          </p:nvSpPr>
          <p:spPr>
            <a:xfrm>
              <a:off x="5723572" y="1097604"/>
              <a:ext cx="4051527" cy="297454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defTabSz="609630">
                <a:defRPr/>
              </a:pPr>
              <a:r>
                <a:rPr lang="en-US" sz="1333" b="1" dirty="0">
                  <a:solidFill>
                    <a:schemeClr val="accent5">
                      <a:lumMod val="50000"/>
                    </a:schemeClr>
                  </a:solidFill>
                  <a:latin typeface="Albert Sans" pitchFamily="2" charset="0"/>
                  <a:ea typeface="Arial" panose="020B0604020202020204" pitchFamily="34" charset="0"/>
                </a:rPr>
                <a:t>LOREM IPSUM</a:t>
              </a:r>
              <a:endParaRPr lang="id-ID" sz="1333" b="1" dirty="0">
                <a:solidFill>
                  <a:schemeClr val="accent5">
                    <a:lumMod val="50000"/>
                  </a:schemeClr>
                </a:solidFill>
                <a:latin typeface="Albert Sans" pitchFamily="2" charset="0"/>
                <a:ea typeface="Arial" panose="020B0604020202020204" pitchFamily="34" charset="0"/>
              </a:endParaRPr>
            </a:p>
          </p:txBody>
        </p:sp>
      </p:grpSp>
      <p:sp>
        <p:nvSpPr>
          <p:cNvPr id="9316" name="TextBox 9315">
            <a:extLst>
              <a:ext uri="{FF2B5EF4-FFF2-40B4-BE49-F238E27FC236}">
                <a16:creationId xmlns:a16="http://schemas.microsoft.com/office/drawing/2014/main" id="{86BBD148-D3C7-E9C7-2628-3561CA0112E0}"/>
              </a:ext>
            </a:extLst>
          </p:cNvPr>
          <p:cNvSpPr txBox="1"/>
          <p:nvPr/>
        </p:nvSpPr>
        <p:spPr>
          <a:xfrm>
            <a:off x="525896" y="9841998"/>
            <a:ext cx="38326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2400">
                <a:solidFill>
                  <a:schemeClr val="bg2">
                    <a:lumMod val="25000"/>
                    <a:alpha val="94000"/>
                  </a:schemeClr>
                </a:solidFill>
                <a:latin typeface="Posterama Text" panose="020B0504020200020000" pitchFamily="34" charset="0"/>
                <a:cs typeface="Latha" panose="020B0502040204020203" pitchFamily="34" charset="0"/>
              </a:defRPr>
            </a:lvl1pPr>
          </a:lstStyle>
          <a:p>
            <a:pPr algn="l"/>
            <a:r>
              <a:rPr lang="en-US" sz="4800" b="1" dirty="0" err="1">
                <a:solidFill>
                  <a:schemeClr val="bg1">
                    <a:alpha val="94000"/>
                  </a:schemeClr>
                </a:solidFill>
                <a:latin typeface="Albert Sans" pitchFamily="2" charset="0"/>
              </a:rPr>
              <a:t>Metode</a:t>
            </a:r>
            <a:r>
              <a:rPr lang="en-US" sz="4800" b="1" dirty="0">
                <a:solidFill>
                  <a:schemeClr val="bg1">
                    <a:alpha val="94000"/>
                  </a:schemeClr>
                </a:solidFill>
                <a:latin typeface="Albert Sans" pitchFamily="2" charset="0"/>
              </a:rPr>
              <a:t> </a:t>
            </a:r>
            <a:r>
              <a:rPr lang="en-US" sz="4800" b="1" dirty="0" err="1">
                <a:solidFill>
                  <a:schemeClr val="bg1">
                    <a:alpha val="94000"/>
                  </a:schemeClr>
                </a:solidFill>
                <a:latin typeface="Albert Sans" pitchFamily="2" charset="0"/>
              </a:rPr>
              <a:t>Penelitian</a:t>
            </a:r>
            <a:endParaRPr lang="en-US" sz="4800" b="1" dirty="0">
              <a:solidFill>
                <a:schemeClr val="bg1">
                  <a:alpha val="94000"/>
                </a:schemeClr>
              </a:solidFill>
              <a:latin typeface="Albert Sans" pitchFamily="2" charset="0"/>
            </a:endParaRPr>
          </a:p>
        </p:txBody>
      </p:sp>
      <p:sp>
        <p:nvSpPr>
          <p:cNvPr id="9321" name="!!Freeform: Shape 19459">
            <a:extLst>
              <a:ext uri="{FF2B5EF4-FFF2-40B4-BE49-F238E27FC236}">
                <a16:creationId xmlns:a16="http://schemas.microsoft.com/office/drawing/2014/main" id="{F8DDD866-1120-ACF4-0D82-A1FF1934CEDD}"/>
              </a:ext>
            </a:extLst>
          </p:cNvPr>
          <p:cNvSpPr/>
          <p:nvPr/>
        </p:nvSpPr>
        <p:spPr>
          <a:xfrm>
            <a:off x="-976253" y="6214002"/>
            <a:ext cx="37549590" cy="10858225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23" name="!!Oval 9257">
            <a:extLst>
              <a:ext uri="{FF2B5EF4-FFF2-40B4-BE49-F238E27FC236}">
                <a16:creationId xmlns:a16="http://schemas.microsoft.com/office/drawing/2014/main" id="{3C94EDF3-74A0-9198-CE5E-3536CC96C113}"/>
              </a:ext>
            </a:extLst>
          </p:cNvPr>
          <p:cNvSpPr/>
          <p:nvPr/>
        </p:nvSpPr>
        <p:spPr>
          <a:xfrm>
            <a:off x="13119672" y="1351725"/>
            <a:ext cx="3198710" cy="3198710"/>
          </a:xfrm>
          <a:prstGeom prst="ellipse">
            <a:avLst/>
          </a:prstGeom>
          <a:gradFill flip="none" rotWithShape="1">
            <a:gsLst>
              <a:gs pos="100000">
                <a:srgbClr val="0070C0"/>
              </a:gs>
              <a:gs pos="0">
                <a:schemeClr val="accent5">
                  <a:lumMod val="50000"/>
                </a:schemeClr>
              </a:gs>
            </a:gsLst>
            <a:lin ang="18900000" scaled="1"/>
            <a:tileRect/>
          </a:gradFill>
          <a:ln w="38100">
            <a:solidFill>
              <a:schemeClr val="accent5">
                <a:lumMod val="75000"/>
              </a:schemeClr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324" name="!!Picture 2">
            <a:extLst>
              <a:ext uri="{FF2B5EF4-FFF2-40B4-BE49-F238E27FC236}">
                <a16:creationId xmlns:a16="http://schemas.microsoft.com/office/drawing/2014/main" id="{C2948738-3C23-1CA7-3387-1376F179A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13466454" y="1693780"/>
            <a:ext cx="2505145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!!a2">
            <a:extLst>
              <a:ext uri="{FF2B5EF4-FFF2-40B4-BE49-F238E27FC236}">
                <a16:creationId xmlns:a16="http://schemas.microsoft.com/office/drawing/2014/main" id="{750D19CD-7D6E-B71D-7298-2EF055711A70}"/>
              </a:ext>
            </a:extLst>
          </p:cNvPr>
          <p:cNvCxnSpPr>
            <a:cxnSpLocks/>
          </p:cNvCxnSpPr>
          <p:nvPr/>
        </p:nvCxnSpPr>
        <p:spPr>
          <a:xfrm>
            <a:off x="7330779" y="700429"/>
            <a:ext cx="3447546" cy="0"/>
          </a:xfrm>
          <a:prstGeom prst="line">
            <a:avLst/>
          </a:prstGeom>
          <a:ln>
            <a:solidFill>
              <a:srgbClr val="052160">
                <a:alpha val="76000"/>
              </a:srgb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AE7C33EC-99CC-1BBE-D9D4-DF564D827C84}"/>
              </a:ext>
            </a:extLst>
          </p:cNvPr>
          <p:cNvGrpSpPr/>
          <p:nvPr/>
        </p:nvGrpSpPr>
        <p:grpSpPr>
          <a:xfrm>
            <a:off x="165646" y="1091531"/>
            <a:ext cx="5930354" cy="1789825"/>
            <a:chOff x="5147097" y="921201"/>
            <a:chExt cx="5930354" cy="1789825"/>
          </a:xfrm>
        </p:grpSpPr>
        <p:sp>
          <p:nvSpPr>
            <p:cNvPr id="10" name="!!Parallelogram 9337">
              <a:extLst>
                <a:ext uri="{FF2B5EF4-FFF2-40B4-BE49-F238E27FC236}">
                  <a16:creationId xmlns:a16="http://schemas.microsoft.com/office/drawing/2014/main" id="{51424763-AE3C-A442-9736-54FD85F92AD0}"/>
                </a:ext>
              </a:extLst>
            </p:cNvPr>
            <p:cNvSpPr/>
            <p:nvPr/>
          </p:nvSpPr>
          <p:spPr>
            <a:xfrm flipH="1">
              <a:off x="5215493" y="1020761"/>
              <a:ext cx="5764454" cy="1690265"/>
            </a:xfrm>
            <a:prstGeom prst="parallelogram">
              <a:avLst>
                <a:gd name="adj" fmla="val 17742"/>
              </a:avLst>
            </a:prstGeom>
            <a:solidFill>
              <a:srgbClr val="052160">
                <a:alpha val="8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Google Shape;434;p7">
              <a:extLst>
                <a:ext uri="{FF2B5EF4-FFF2-40B4-BE49-F238E27FC236}">
                  <a16:creationId xmlns:a16="http://schemas.microsoft.com/office/drawing/2014/main" id="{619E94A4-F15F-0D5D-8F02-9C6740CAA045}"/>
                </a:ext>
              </a:extLst>
            </p:cNvPr>
            <p:cNvSpPr txBox="1"/>
            <p:nvPr/>
          </p:nvSpPr>
          <p:spPr>
            <a:xfrm>
              <a:off x="6344950" y="1068139"/>
              <a:ext cx="4732501" cy="37957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/>
              <a:r>
                <a:rPr lang="pt-BR" sz="16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Albert Sans SemiBold" pitchFamily="2" charset="0"/>
                  <a:sym typeface="Arial"/>
                </a:rPr>
                <a:t>Joseph Alan Riyanto, Johan J.C. Tambotoh</a:t>
              </a:r>
              <a:endParaRPr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 SemiBold" pitchFamily="2" charset="0"/>
                <a:sym typeface="Arial"/>
              </a:endParaRPr>
            </a:p>
          </p:txBody>
        </p:sp>
        <p:sp>
          <p:nvSpPr>
            <p:cNvPr id="12" name="!!Parallelogram 9337">
              <a:extLst>
                <a:ext uri="{FF2B5EF4-FFF2-40B4-BE49-F238E27FC236}">
                  <a16:creationId xmlns:a16="http://schemas.microsoft.com/office/drawing/2014/main" id="{08085AD1-55F6-0929-2440-3AEE1260FE1D}"/>
                </a:ext>
              </a:extLst>
            </p:cNvPr>
            <p:cNvSpPr/>
            <p:nvPr/>
          </p:nvSpPr>
          <p:spPr>
            <a:xfrm flipH="1">
              <a:off x="5455282" y="1501036"/>
              <a:ext cx="5361614" cy="1059706"/>
            </a:xfrm>
            <a:prstGeom prst="parallelogram">
              <a:avLst>
                <a:gd name="adj" fmla="val 1774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Google Shape;435;p7">
              <a:extLst>
                <a:ext uri="{FF2B5EF4-FFF2-40B4-BE49-F238E27FC236}">
                  <a16:creationId xmlns:a16="http://schemas.microsoft.com/office/drawing/2014/main" id="{95270895-3BA3-F99C-DB8E-7E3C46D6A5DF}"/>
                </a:ext>
              </a:extLst>
            </p:cNvPr>
            <p:cNvSpPr txBox="1"/>
            <p:nvPr/>
          </p:nvSpPr>
          <p:spPr>
            <a:xfrm>
              <a:off x="5906548" y="1615411"/>
              <a:ext cx="4694836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400"/>
                <a:buFont typeface="Arial"/>
                <a:buNone/>
                <a:tabLst/>
                <a:defRPr/>
              </a:pPr>
              <a:r>
                <a:rPr kumimoji="0" lang="id-ID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Perencanaan Strategis SI pada GBI SOKID menggunakan Enterprise Architecture Planning dan</a:t>
              </a: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 </a:t>
              </a:r>
              <a:r>
                <a:rPr kumimoji="0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Manajemen</a:t>
              </a: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 </a:t>
              </a:r>
              <a:r>
                <a:rPr kumimoji="0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Risiko</a:t>
              </a: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 ISO 31000:2018</a:t>
              </a:r>
              <a:endParaRPr kumimoji="0" lang="id-ID" sz="1600" b="1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lbert Sans" pitchFamily="2" charset="0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!!Parallelogram 9337">
              <a:extLst>
                <a:ext uri="{FF2B5EF4-FFF2-40B4-BE49-F238E27FC236}">
                  <a16:creationId xmlns:a16="http://schemas.microsoft.com/office/drawing/2014/main" id="{273866A6-F1F3-1598-B31B-46C2CB84DB7E}"/>
                </a:ext>
              </a:extLst>
            </p:cNvPr>
            <p:cNvSpPr/>
            <p:nvPr/>
          </p:nvSpPr>
          <p:spPr>
            <a:xfrm flipH="1">
              <a:off x="5334682" y="921201"/>
              <a:ext cx="1089862" cy="618795"/>
            </a:xfrm>
            <a:prstGeom prst="parallelogram">
              <a:avLst>
                <a:gd name="adj" fmla="val 15806"/>
              </a:avLst>
            </a:prstGeom>
            <a:solidFill>
              <a:srgbClr val="FFC000"/>
            </a:solidFill>
            <a:ln w="3492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Google Shape;434;p7">
              <a:extLst>
                <a:ext uri="{FF2B5EF4-FFF2-40B4-BE49-F238E27FC236}">
                  <a16:creationId xmlns:a16="http://schemas.microsoft.com/office/drawing/2014/main" id="{30A767D5-58B7-58B1-67F1-0C47D4EFF8EF}"/>
                </a:ext>
              </a:extLst>
            </p:cNvPr>
            <p:cNvSpPr txBox="1"/>
            <p:nvPr/>
          </p:nvSpPr>
          <p:spPr>
            <a:xfrm>
              <a:off x="5147097" y="1061341"/>
              <a:ext cx="1518167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92427"/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Poppins" panose="00000500000000000000" pitchFamily="2" charset="0"/>
                  <a:sym typeface="Arial"/>
                </a:rPr>
                <a:t>2024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92427"/>
                </a:solidFill>
                <a:effectLst/>
                <a:uLnTx/>
                <a:uFillTx/>
                <a:latin typeface="Albert Sans" pitchFamily="2" charset="0"/>
                <a:ea typeface="+mn-ea"/>
                <a:cs typeface="Poppins" panose="00000500000000000000" pitchFamily="2" charset="0"/>
                <a:sym typeface="Arial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A0C9004-A1E6-78D7-35CA-9FCB2A1CF934}"/>
              </a:ext>
            </a:extLst>
          </p:cNvPr>
          <p:cNvGrpSpPr/>
          <p:nvPr/>
        </p:nvGrpSpPr>
        <p:grpSpPr>
          <a:xfrm>
            <a:off x="6104651" y="3051613"/>
            <a:ext cx="5832850" cy="1789825"/>
            <a:chOff x="5147097" y="921201"/>
            <a:chExt cx="5832850" cy="1789825"/>
          </a:xfrm>
        </p:grpSpPr>
        <p:sp>
          <p:nvSpPr>
            <p:cNvPr id="17" name="!!Parallelogram 9337">
              <a:extLst>
                <a:ext uri="{FF2B5EF4-FFF2-40B4-BE49-F238E27FC236}">
                  <a16:creationId xmlns:a16="http://schemas.microsoft.com/office/drawing/2014/main" id="{63A734F4-B57D-8AD7-49E6-317746B5B2B4}"/>
                </a:ext>
              </a:extLst>
            </p:cNvPr>
            <p:cNvSpPr/>
            <p:nvPr/>
          </p:nvSpPr>
          <p:spPr>
            <a:xfrm flipH="1">
              <a:off x="5215493" y="1020761"/>
              <a:ext cx="5764454" cy="1690265"/>
            </a:xfrm>
            <a:prstGeom prst="parallelogram">
              <a:avLst>
                <a:gd name="adj" fmla="val 17742"/>
              </a:avLst>
            </a:prstGeom>
            <a:solidFill>
              <a:srgbClr val="052160">
                <a:alpha val="8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Google Shape;434;p7">
              <a:extLst>
                <a:ext uri="{FF2B5EF4-FFF2-40B4-BE49-F238E27FC236}">
                  <a16:creationId xmlns:a16="http://schemas.microsoft.com/office/drawing/2014/main" id="{1CB57BDB-A582-ECE5-AAB9-A11A905C74BC}"/>
                </a:ext>
              </a:extLst>
            </p:cNvPr>
            <p:cNvSpPr txBox="1"/>
            <p:nvPr/>
          </p:nvSpPr>
          <p:spPr>
            <a:xfrm>
              <a:off x="6480240" y="1085695"/>
              <a:ext cx="3791335" cy="3138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/>
              <a:r>
                <a:rPr lang="pt-BR" sz="16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Albert Sans SemiBold" pitchFamily="2" charset="0"/>
                  <a:sym typeface="Arial"/>
                </a:rPr>
                <a:t>Arsito Ari Kuncoroa, dkk</a:t>
              </a:r>
              <a:endParaRPr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 SemiBold" pitchFamily="2" charset="0"/>
                <a:sym typeface="Arial"/>
              </a:endParaRPr>
            </a:p>
          </p:txBody>
        </p:sp>
        <p:sp>
          <p:nvSpPr>
            <p:cNvPr id="22" name="!!Parallelogram 9337">
              <a:extLst>
                <a:ext uri="{FF2B5EF4-FFF2-40B4-BE49-F238E27FC236}">
                  <a16:creationId xmlns:a16="http://schemas.microsoft.com/office/drawing/2014/main" id="{D2DDAAE1-C478-CEB7-434C-2A8F1F55296A}"/>
                </a:ext>
              </a:extLst>
            </p:cNvPr>
            <p:cNvSpPr/>
            <p:nvPr/>
          </p:nvSpPr>
          <p:spPr>
            <a:xfrm flipH="1">
              <a:off x="5455282" y="1501036"/>
              <a:ext cx="5361614" cy="1059706"/>
            </a:xfrm>
            <a:prstGeom prst="parallelogram">
              <a:avLst>
                <a:gd name="adj" fmla="val 1774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435;p7">
              <a:extLst>
                <a:ext uri="{FF2B5EF4-FFF2-40B4-BE49-F238E27FC236}">
                  <a16:creationId xmlns:a16="http://schemas.microsoft.com/office/drawing/2014/main" id="{4D7EDD81-F3E4-DD52-F2EB-03E59F85F2AA}"/>
                </a:ext>
              </a:extLst>
            </p:cNvPr>
            <p:cNvSpPr txBox="1"/>
            <p:nvPr/>
          </p:nvSpPr>
          <p:spPr>
            <a:xfrm>
              <a:off x="5810295" y="1615411"/>
              <a:ext cx="4994787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>
                <a:buClr>
                  <a:srgbClr val="595959"/>
                </a:buClr>
                <a:buSzPts val="2400"/>
                <a:defRPr/>
              </a:pPr>
              <a:r>
                <a:rPr kumimoji="0" lang="id-ID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Sistem informasi </a:t>
              </a: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M</a:t>
              </a:r>
              <a:r>
                <a:rPr kumimoji="0" lang="id-ID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anajemen </a:t>
              </a:r>
              <a:r>
                <a:rPr lang="en-US" sz="1600" b="1" kern="0" dirty="0">
                  <a:solidFill>
                    <a:srgbClr val="E7E6E6">
                      <a:lumMod val="10000"/>
                    </a:srgbClr>
                  </a:solidFill>
                  <a:latin typeface="Albert Sans" pitchFamily="2" charset="0"/>
                  <a:ea typeface="Arial"/>
                  <a:cs typeface="Arial"/>
                  <a:sym typeface="Arial"/>
                </a:rPr>
                <a:t>P</a:t>
              </a:r>
              <a:r>
                <a:rPr kumimoji="0" lang="id-ID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ersediaan </a:t>
              </a: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D</a:t>
              </a:r>
              <a:r>
                <a:rPr kumimoji="0" lang="id-ID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engan </a:t>
              </a:r>
              <a:r>
                <a:rPr lang="en-US" sz="1600" b="1" kern="0" dirty="0">
                  <a:solidFill>
                    <a:srgbClr val="E7E6E6">
                      <a:lumMod val="10000"/>
                    </a:srgbClr>
                  </a:solidFill>
                  <a:latin typeface="Albert Sans" pitchFamily="2" charset="0"/>
                  <a:ea typeface="Arial"/>
                  <a:cs typeface="Arial"/>
                  <a:sym typeface="Arial"/>
                </a:rPr>
                <a:t>F</a:t>
              </a:r>
              <a:r>
                <a:rPr kumimoji="0" lang="id-ID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ungsi </a:t>
              </a:r>
              <a:r>
                <a:rPr lang="en-US" sz="1600" b="1" kern="0" dirty="0">
                  <a:solidFill>
                    <a:srgbClr val="E7E6E6">
                      <a:lumMod val="10000"/>
                    </a:srgbClr>
                  </a:solidFill>
                  <a:latin typeface="Albert Sans" pitchFamily="2" charset="0"/>
                  <a:ea typeface="Arial"/>
                  <a:cs typeface="Arial"/>
                  <a:sym typeface="Arial"/>
                </a:rPr>
                <a:t>G</a:t>
              </a:r>
              <a:r>
                <a:rPr kumimoji="0" lang="id-ID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rafik </a:t>
              </a: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S</a:t>
              </a:r>
              <a:r>
                <a:rPr kumimoji="0" lang="id-ID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tatistic</a:t>
              </a: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 </a:t>
              </a:r>
              <a:r>
                <a:rPr kumimoji="0" lang="id-ID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Perusahaan </a:t>
              </a: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P</a:t>
              </a:r>
              <a:r>
                <a:rPr kumimoji="0" lang="id-ID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enjualan </a:t>
              </a: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M</a:t>
              </a:r>
              <a:r>
                <a:rPr lang="en-US" sz="1600" b="1" kern="0" dirty="0">
                  <a:solidFill>
                    <a:srgbClr val="E7E6E6">
                      <a:lumMod val="10000"/>
                    </a:srgbClr>
                  </a:solidFill>
                  <a:latin typeface="Albert Sans" pitchFamily="2" charset="0"/>
                  <a:ea typeface="Arial"/>
                  <a:cs typeface="Arial"/>
                  <a:sym typeface="Arial"/>
                </a:rPr>
                <a:t>o</a:t>
              </a:r>
              <a:r>
                <a:rPr kumimoji="0" lang="id-ID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tor </a:t>
              </a: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B</a:t>
              </a:r>
              <a:r>
                <a:rPr kumimoji="0" lang="id-ID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erbasis </a:t>
              </a:r>
              <a:r>
                <a:rPr lang="en-US" sz="1600" b="1" i="1" kern="0" dirty="0">
                  <a:solidFill>
                    <a:srgbClr val="E7E6E6">
                      <a:lumMod val="10000"/>
                    </a:srgbClr>
                  </a:solidFill>
                  <a:latin typeface="Albert Sans" pitchFamily="2" charset="0"/>
                  <a:ea typeface="Arial"/>
                  <a:cs typeface="Arial"/>
                  <a:sym typeface="Arial"/>
                </a:rPr>
                <a:t>C</a:t>
              </a:r>
              <a:r>
                <a:rPr kumimoji="0" lang="id-ID" sz="1600" b="1" i="1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lient-</a:t>
              </a:r>
              <a:r>
                <a:rPr lang="en-US" sz="1600" b="1" i="1" kern="0" dirty="0">
                  <a:solidFill>
                    <a:srgbClr val="E7E6E6">
                      <a:lumMod val="10000"/>
                    </a:srgbClr>
                  </a:solidFill>
                  <a:latin typeface="Albert Sans" pitchFamily="2" charset="0"/>
                  <a:ea typeface="Arial"/>
                  <a:cs typeface="Arial"/>
                  <a:sym typeface="Arial"/>
                </a:rPr>
                <a:t>S</a:t>
              </a:r>
              <a:r>
                <a:rPr kumimoji="0" lang="id-ID" sz="1600" b="1" i="1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erver</a:t>
              </a:r>
            </a:p>
          </p:txBody>
        </p:sp>
        <p:sp>
          <p:nvSpPr>
            <p:cNvPr id="24" name="!!Parallelogram 9337">
              <a:extLst>
                <a:ext uri="{FF2B5EF4-FFF2-40B4-BE49-F238E27FC236}">
                  <a16:creationId xmlns:a16="http://schemas.microsoft.com/office/drawing/2014/main" id="{0FA4EE98-93A0-28FF-609F-5D9E9FA2F08F}"/>
                </a:ext>
              </a:extLst>
            </p:cNvPr>
            <p:cNvSpPr/>
            <p:nvPr/>
          </p:nvSpPr>
          <p:spPr>
            <a:xfrm flipH="1">
              <a:off x="5334682" y="921201"/>
              <a:ext cx="1089862" cy="618795"/>
            </a:xfrm>
            <a:prstGeom prst="parallelogram">
              <a:avLst>
                <a:gd name="adj" fmla="val 15806"/>
              </a:avLst>
            </a:prstGeom>
            <a:solidFill>
              <a:srgbClr val="FFC000"/>
            </a:solidFill>
            <a:ln w="3492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Google Shape;434;p7">
              <a:extLst>
                <a:ext uri="{FF2B5EF4-FFF2-40B4-BE49-F238E27FC236}">
                  <a16:creationId xmlns:a16="http://schemas.microsoft.com/office/drawing/2014/main" id="{164532C5-D03E-DC4D-B27E-DEDFB2FDDBE3}"/>
                </a:ext>
              </a:extLst>
            </p:cNvPr>
            <p:cNvSpPr txBox="1"/>
            <p:nvPr/>
          </p:nvSpPr>
          <p:spPr>
            <a:xfrm>
              <a:off x="5147097" y="1061341"/>
              <a:ext cx="1518167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92427"/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Poppins" panose="00000500000000000000" pitchFamily="2" charset="0"/>
                  <a:sym typeface="Arial"/>
                </a:rPr>
                <a:t>2023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92427"/>
                </a:solidFill>
                <a:effectLst/>
                <a:uLnTx/>
                <a:uFillTx/>
                <a:latin typeface="Albert Sans" pitchFamily="2" charset="0"/>
                <a:ea typeface="+mn-ea"/>
                <a:cs typeface="Poppins" panose="00000500000000000000" pitchFamily="2" charset="0"/>
                <a:sym typeface="Arial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6A2238D-6253-F907-2ABB-E4150325EC0E}"/>
              </a:ext>
            </a:extLst>
          </p:cNvPr>
          <p:cNvGrpSpPr/>
          <p:nvPr/>
        </p:nvGrpSpPr>
        <p:grpSpPr>
          <a:xfrm>
            <a:off x="6031943" y="1119013"/>
            <a:ext cx="6281604" cy="1789825"/>
            <a:chOff x="5147097" y="921201"/>
            <a:chExt cx="5832851" cy="1789825"/>
          </a:xfrm>
        </p:grpSpPr>
        <p:sp>
          <p:nvSpPr>
            <p:cNvPr id="27" name="!!Parallelogram 9337">
              <a:extLst>
                <a:ext uri="{FF2B5EF4-FFF2-40B4-BE49-F238E27FC236}">
                  <a16:creationId xmlns:a16="http://schemas.microsoft.com/office/drawing/2014/main" id="{F605D300-E964-0937-C94B-CECA332283C4}"/>
                </a:ext>
              </a:extLst>
            </p:cNvPr>
            <p:cNvSpPr/>
            <p:nvPr/>
          </p:nvSpPr>
          <p:spPr>
            <a:xfrm flipH="1">
              <a:off x="5215493" y="1020761"/>
              <a:ext cx="5764455" cy="1690265"/>
            </a:xfrm>
            <a:prstGeom prst="parallelogram">
              <a:avLst>
                <a:gd name="adj" fmla="val 17742"/>
              </a:avLst>
            </a:prstGeom>
            <a:solidFill>
              <a:srgbClr val="002060">
                <a:alpha val="8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Google Shape;434;p7">
              <a:extLst>
                <a:ext uri="{FF2B5EF4-FFF2-40B4-BE49-F238E27FC236}">
                  <a16:creationId xmlns:a16="http://schemas.microsoft.com/office/drawing/2014/main" id="{1AC7B241-EE14-3EA9-8825-3F7D1B56BC39}"/>
                </a:ext>
              </a:extLst>
            </p:cNvPr>
            <p:cNvSpPr txBox="1"/>
            <p:nvPr/>
          </p:nvSpPr>
          <p:spPr>
            <a:xfrm>
              <a:off x="6395445" y="993573"/>
              <a:ext cx="4317827" cy="534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/>
              <a:r>
                <a:rPr lang="en-US" sz="16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Albert Sans SemiBold" pitchFamily="2" charset="0"/>
                  <a:sym typeface="Arial"/>
                </a:rPr>
                <a:t>Erika Revina Hamzah, Muhamad Fahmi </a:t>
              </a:r>
              <a:r>
                <a:rPr lang="en-US" sz="1600" dirty="0" err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Albert Sans SemiBold" pitchFamily="2" charset="0"/>
                  <a:sym typeface="Arial"/>
                </a:rPr>
                <a:t>Nugraha</a:t>
              </a:r>
              <a:endParaRPr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 SemiBold" pitchFamily="2" charset="0"/>
                <a:sym typeface="Arial"/>
              </a:endParaRPr>
            </a:p>
          </p:txBody>
        </p:sp>
        <p:sp>
          <p:nvSpPr>
            <p:cNvPr id="30" name="!!Parallelogram 9337">
              <a:extLst>
                <a:ext uri="{FF2B5EF4-FFF2-40B4-BE49-F238E27FC236}">
                  <a16:creationId xmlns:a16="http://schemas.microsoft.com/office/drawing/2014/main" id="{9C40B3BA-45B0-215A-C88E-8B810C7A5C70}"/>
                </a:ext>
              </a:extLst>
            </p:cNvPr>
            <p:cNvSpPr/>
            <p:nvPr/>
          </p:nvSpPr>
          <p:spPr>
            <a:xfrm flipH="1">
              <a:off x="5455282" y="1501036"/>
              <a:ext cx="5361614" cy="1059706"/>
            </a:xfrm>
            <a:prstGeom prst="parallelogram">
              <a:avLst>
                <a:gd name="adj" fmla="val 1774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Google Shape;435;p7">
              <a:extLst>
                <a:ext uri="{FF2B5EF4-FFF2-40B4-BE49-F238E27FC236}">
                  <a16:creationId xmlns:a16="http://schemas.microsoft.com/office/drawing/2014/main" id="{5A29937F-AF74-F48D-F4C3-6B7D9BD8471C}"/>
                </a:ext>
              </a:extLst>
            </p:cNvPr>
            <p:cNvSpPr txBox="1"/>
            <p:nvPr/>
          </p:nvSpPr>
          <p:spPr>
            <a:xfrm>
              <a:off x="5937676" y="1775268"/>
              <a:ext cx="4694836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400"/>
                <a:buFont typeface="Arial"/>
                <a:buNone/>
                <a:tabLst/>
                <a:defRPr/>
              </a:pPr>
              <a:r>
                <a:rPr kumimoji="0" lang="nn-NO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Sistem Informasi Perpustakaan Berbasis Client Server di SMK Bintara Rancaekek</a:t>
              </a:r>
              <a:endParaRPr kumimoji="0" lang="id-ID" sz="1600" b="1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lbert Sans" pitchFamily="2" charset="0"/>
                <a:ea typeface="Arial"/>
                <a:cs typeface="Arial"/>
                <a:sym typeface="Arial"/>
              </a:endParaRPr>
            </a:p>
          </p:txBody>
        </p:sp>
        <p:sp>
          <p:nvSpPr>
            <p:cNvPr id="9216" name="!!Parallelogram 9337">
              <a:extLst>
                <a:ext uri="{FF2B5EF4-FFF2-40B4-BE49-F238E27FC236}">
                  <a16:creationId xmlns:a16="http://schemas.microsoft.com/office/drawing/2014/main" id="{FD94A56E-08CC-7B03-7CCD-E84700C1A040}"/>
                </a:ext>
              </a:extLst>
            </p:cNvPr>
            <p:cNvSpPr/>
            <p:nvPr/>
          </p:nvSpPr>
          <p:spPr>
            <a:xfrm flipH="1">
              <a:off x="5334682" y="921201"/>
              <a:ext cx="1089862" cy="618795"/>
            </a:xfrm>
            <a:prstGeom prst="parallelogram">
              <a:avLst>
                <a:gd name="adj" fmla="val 15806"/>
              </a:avLst>
            </a:prstGeom>
            <a:solidFill>
              <a:srgbClr val="FFC000"/>
            </a:solidFill>
            <a:ln w="3492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17" name="Google Shape;434;p7">
              <a:extLst>
                <a:ext uri="{FF2B5EF4-FFF2-40B4-BE49-F238E27FC236}">
                  <a16:creationId xmlns:a16="http://schemas.microsoft.com/office/drawing/2014/main" id="{878524FC-1008-E880-BBF3-DCBBDFB599A9}"/>
                </a:ext>
              </a:extLst>
            </p:cNvPr>
            <p:cNvSpPr txBox="1"/>
            <p:nvPr/>
          </p:nvSpPr>
          <p:spPr>
            <a:xfrm>
              <a:off x="5147097" y="1061341"/>
              <a:ext cx="1518167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92427"/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Poppins" panose="00000500000000000000" pitchFamily="2" charset="0"/>
                  <a:sym typeface="Arial"/>
                </a:rPr>
                <a:t>2024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92427"/>
                </a:solidFill>
                <a:effectLst/>
                <a:uLnTx/>
                <a:uFillTx/>
                <a:latin typeface="Albert Sans" pitchFamily="2" charset="0"/>
                <a:ea typeface="+mn-ea"/>
                <a:cs typeface="Poppins" panose="00000500000000000000" pitchFamily="2" charset="0"/>
                <a:sym typeface="Arial"/>
              </a:endParaRPr>
            </a:p>
          </p:txBody>
        </p:sp>
      </p:grpSp>
      <p:grpSp>
        <p:nvGrpSpPr>
          <p:cNvPr id="9219" name="Group 9218">
            <a:extLst>
              <a:ext uri="{FF2B5EF4-FFF2-40B4-BE49-F238E27FC236}">
                <a16:creationId xmlns:a16="http://schemas.microsoft.com/office/drawing/2014/main" id="{EA96FBFC-FE04-786F-BEE9-9FC2C54D031F}"/>
              </a:ext>
            </a:extLst>
          </p:cNvPr>
          <p:cNvGrpSpPr/>
          <p:nvPr/>
        </p:nvGrpSpPr>
        <p:grpSpPr>
          <a:xfrm>
            <a:off x="30356" y="3072173"/>
            <a:ext cx="6027863" cy="1789825"/>
            <a:chOff x="5147097" y="921201"/>
            <a:chExt cx="5832850" cy="1789825"/>
          </a:xfrm>
        </p:grpSpPr>
        <p:sp>
          <p:nvSpPr>
            <p:cNvPr id="9220" name="!!Parallelogram 9337">
              <a:extLst>
                <a:ext uri="{FF2B5EF4-FFF2-40B4-BE49-F238E27FC236}">
                  <a16:creationId xmlns:a16="http://schemas.microsoft.com/office/drawing/2014/main" id="{31F0395A-38E2-48E0-3F6D-E58A22A21368}"/>
                </a:ext>
              </a:extLst>
            </p:cNvPr>
            <p:cNvSpPr/>
            <p:nvPr/>
          </p:nvSpPr>
          <p:spPr>
            <a:xfrm flipH="1">
              <a:off x="5215493" y="1020761"/>
              <a:ext cx="5764454" cy="1690265"/>
            </a:xfrm>
            <a:prstGeom prst="parallelogram">
              <a:avLst>
                <a:gd name="adj" fmla="val 17742"/>
              </a:avLst>
            </a:prstGeom>
            <a:solidFill>
              <a:srgbClr val="052160">
                <a:alpha val="8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21" name="Google Shape;434;p7">
              <a:extLst>
                <a:ext uri="{FF2B5EF4-FFF2-40B4-BE49-F238E27FC236}">
                  <a16:creationId xmlns:a16="http://schemas.microsoft.com/office/drawing/2014/main" id="{C001A996-E36B-81D2-BDFA-ED01A5D74C1E}"/>
                </a:ext>
              </a:extLst>
            </p:cNvPr>
            <p:cNvSpPr txBox="1"/>
            <p:nvPr/>
          </p:nvSpPr>
          <p:spPr>
            <a:xfrm>
              <a:off x="6433671" y="975336"/>
              <a:ext cx="4536266" cy="5525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/>
              <a:r>
                <a:rPr lang="pt-BR" sz="16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Albert Sans SemiBold" pitchFamily="2" charset="0"/>
                  <a:sym typeface="Arial"/>
                </a:rPr>
                <a:t>Donny Julianto Setiawan Halim, Ramos Somya</a:t>
              </a:r>
            </a:p>
          </p:txBody>
        </p:sp>
        <p:sp>
          <p:nvSpPr>
            <p:cNvPr id="9222" name="!!Parallelogram 9337">
              <a:extLst>
                <a:ext uri="{FF2B5EF4-FFF2-40B4-BE49-F238E27FC236}">
                  <a16:creationId xmlns:a16="http://schemas.microsoft.com/office/drawing/2014/main" id="{282A4471-B1C2-37F7-6427-056833C26B14}"/>
                </a:ext>
              </a:extLst>
            </p:cNvPr>
            <p:cNvSpPr/>
            <p:nvPr/>
          </p:nvSpPr>
          <p:spPr>
            <a:xfrm flipH="1">
              <a:off x="5455282" y="1501036"/>
              <a:ext cx="5361614" cy="1059706"/>
            </a:xfrm>
            <a:prstGeom prst="parallelogram">
              <a:avLst>
                <a:gd name="adj" fmla="val 1774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23" name="Google Shape;435;p7">
              <a:extLst>
                <a:ext uri="{FF2B5EF4-FFF2-40B4-BE49-F238E27FC236}">
                  <a16:creationId xmlns:a16="http://schemas.microsoft.com/office/drawing/2014/main" id="{75B31D5F-9753-9ECE-C77E-AF41A69F8B4E}"/>
                </a:ext>
              </a:extLst>
            </p:cNvPr>
            <p:cNvSpPr txBox="1"/>
            <p:nvPr/>
          </p:nvSpPr>
          <p:spPr>
            <a:xfrm>
              <a:off x="5842380" y="1615411"/>
              <a:ext cx="4846168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400"/>
                <a:buFont typeface="Arial"/>
                <a:buNone/>
                <a:tabLst/>
                <a:defRPr/>
              </a:pPr>
              <a:r>
                <a:rPr kumimoji="0" lang="id-ID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Perancangan dan Implementasi Sistem Informasi Gereja Kristen Jawa Plengkung Berbasis Web Menggunakan Framework CodeIgniter</a:t>
              </a:r>
            </a:p>
          </p:txBody>
        </p:sp>
        <p:sp>
          <p:nvSpPr>
            <p:cNvPr id="9224" name="!!Parallelogram 9337">
              <a:extLst>
                <a:ext uri="{FF2B5EF4-FFF2-40B4-BE49-F238E27FC236}">
                  <a16:creationId xmlns:a16="http://schemas.microsoft.com/office/drawing/2014/main" id="{0C49E448-3196-A73C-DBE2-4E75904395CA}"/>
                </a:ext>
              </a:extLst>
            </p:cNvPr>
            <p:cNvSpPr/>
            <p:nvPr/>
          </p:nvSpPr>
          <p:spPr>
            <a:xfrm flipH="1">
              <a:off x="5334682" y="921201"/>
              <a:ext cx="1089862" cy="618795"/>
            </a:xfrm>
            <a:prstGeom prst="parallelogram">
              <a:avLst>
                <a:gd name="adj" fmla="val 15806"/>
              </a:avLst>
            </a:prstGeom>
            <a:solidFill>
              <a:srgbClr val="FFC000"/>
            </a:solidFill>
            <a:ln w="3492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25" name="Google Shape;434;p7">
              <a:extLst>
                <a:ext uri="{FF2B5EF4-FFF2-40B4-BE49-F238E27FC236}">
                  <a16:creationId xmlns:a16="http://schemas.microsoft.com/office/drawing/2014/main" id="{1416E008-A30D-7EA8-217C-EB578B56AAC0}"/>
                </a:ext>
              </a:extLst>
            </p:cNvPr>
            <p:cNvSpPr txBox="1"/>
            <p:nvPr/>
          </p:nvSpPr>
          <p:spPr>
            <a:xfrm>
              <a:off x="5147097" y="1061341"/>
              <a:ext cx="1518167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92427"/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Poppins" panose="00000500000000000000" pitchFamily="2" charset="0"/>
                  <a:sym typeface="Arial"/>
                </a:rPr>
                <a:t>2023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92427"/>
                </a:solidFill>
                <a:effectLst/>
                <a:uLnTx/>
                <a:uFillTx/>
                <a:latin typeface="Albert Sans" pitchFamily="2" charset="0"/>
                <a:ea typeface="+mn-ea"/>
                <a:cs typeface="Poppins" panose="00000500000000000000" pitchFamily="2" charset="0"/>
                <a:sym typeface="Arial"/>
              </a:endParaRPr>
            </a:p>
          </p:txBody>
        </p:sp>
      </p:grpSp>
      <p:grpSp>
        <p:nvGrpSpPr>
          <p:cNvPr id="9226" name="Group 9225">
            <a:extLst>
              <a:ext uri="{FF2B5EF4-FFF2-40B4-BE49-F238E27FC236}">
                <a16:creationId xmlns:a16="http://schemas.microsoft.com/office/drawing/2014/main" id="{4CA56A68-AB70-9B22-3026-C20829118CF7}"/>
              </a:ext>
            </a:extLst>
          </p:cNvPr>
          <p:cNvGrpSpPr/>
          <p:nvPr/>
        </p:nvGrpSpPr>
        <p:grpSpPr>
          <a:xfrm>
            <a:off x="2510486" y="5041383"/>
            <a:ext cx="7515831" cy="1789825"/>
            <a:chOff x="5147097" y="921201"/>
            <a:chExt cx="6906271" cy="1789825"/>
          </a:xfrm>
        </p:grpSpPr>
        <p:sp>
          <p:nvSpPr>
            <p:cNvPr id="9227" name="!!Parallelogram 9337">
              <a:extLst>
                <a:ext uri="{FF2B5EF4-FFF2-40B4-BE49-F238E27FC236}">
                  <a16:creationId xmlns:a16="http://schemas.microsoft.com/office/drawing/2014/main" id="{70C00068-ED53-93F0-EFFE-CC0DBE5E85C9}"/>
                </a:ext>
              </a:extLst>
            </p:cNvPr>
            <p:cNvSpPr/>
            <p:nvPr/>
          </p:nvSpPr>
          <p:spPr>
            <a:xfrm flipH="1">
              <a:off x="5215493" y="1020761"/>
              <a:ext cx="5764454" cy="1690265"/>
            </a:xfrm>
            <a:prstGeom prst="parallelogram">
              <a:avLst>
                <a:gd name="adj" fmla="val 17742"/>
              </a:avLst>
            </a:prstGeom>
            <a:solidFill>
              <a:srgbClr val="052160">
                <a:alpha val="8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28" name="Google Shape;434;p7">
              <a:extLst>
                <a:ext uri="{FF2B5EF4-FFF2-40B4-BE49-F238E27FC236}">
                  <a16:creationId xmlns:a16="http://schemas.microsoft.com/office/drawing/2014/main" id="{5CF84402-ED5B-86A0-92D0-33E86060EFA9}"/>
                </a:ext>
              </a:extLst>
            </p:cNvPr>
            <p:cNvSpPr txBox="1"/>
            <p:nvPr/>
          </p:nvSpPr>
          <p:spPr>
            <a:xfrm>
              <a:off x="6436017" y="1045638"/>
              <a:ext cx="5617351" cy="40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/>
              <a:r>
                <a:rPr lang="pt-BR" sz="16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Albert Sans SemiBold" pitchFamily="2" charset="0"/>
                  <a:sym typeface="Arial"/>
                </a:rPr>
                <a:t>Denis Christo Van Halen Wata, Charitas Fibriani</a:t>
              </a:r>
              <a:endParaRPr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bert Sans SemiBold" pitchFamily="2" charset="0"/>
                <a:sym typeface="Arial"/>
              </a:endParaRPr>
            </a:p>
          </p:txBody>
        </p:sp>
        <p:sp>
          <p:nvSpPr>
            <p:cNvPr id="9229" name="!!Parallelogram 9337">
              <a:extLst>
                <a:ext uri="{FF2B5EF4-FFF2-40B4-BE49-F238E27FC236}">
                  <a16:creationId xmlns:a16="http://schemas.microsoft.com/office/drawing/2014/main" id="{468E87B4-13F3-A6C7-9C90-C510122ABBED}"/>
                </a:ext>
              </a:extLst>
            </p:cNvPr>
            <p:cNvSpPr/>
            <p:nvPr/>
          </p:nvSpPr>
          <p:spPr>
            <a:xfrm flipH="1">
              <a:off x="5455282" y="1501036"/>
              <a:ext cx="5361614" cy="1059706"/>
            </a:xfrm>
            <a:prstGeom prst="parallelogram">
              <a:avLst>
                <a:gd name="adj" fmla="val 1774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30" name="Google Shape;435;p7">
              <a:extLst>
                <a:ext uri="{FF2B5EF4-FFF2-40B4-BE49-F238E27FC236}">
                  <a16:creationId xmlns:a16="http://schemas.microsoft.com/office/drawing/2014/main" id="{37E0660E-8BE7-1BCD-688F-74A60F7191C1}"/>
                </a:ext>
              </a:extLst>
            </p:cNvPr>
            <p:cNvSpPr txBox="1"/>
            <p:nvPr/>
          </p:nvSpPr>
          <p:spPr>
            <a:xfrm>
              <a:off x="5890506" y="1615411"/>
              <a:ext cx="4926390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400"/>
                <a:buFont typeface="Arial"/>
                <a:buNone/>
                <a:tabLst/>
                <a:defRPr/>
              </a:pPr>
              <a:r>
                <a:rPr kumimoji="0" lang="id-ID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Perancangan Sistem Informasi Gereja Dengan Menerapkan Customer</a:t>
              </a: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 </a:t>
              </a:r>
              <a:r>
                <a:rPr kumimoji="0" lang="id-ID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Arial"/>
                  <a:sym typeface="Arial"/>
                </a:rPr>
                <a:t>Relationship Management (Studi Kasus : Gereja Toraja Jemaat Palopo)</a:t>
              </a:r>
            </a:p>
          </p:txBody>
        </p:sp>
        <p:sp>
          <p:nvSpPr>
            <p:cNvPr id="9231" name="!!Parallelogram 9337">
              <a:extLst>
                <a:ext uri="{FF2B5EF4-FFF2-40B4-BE49-F238E27FC236}">
                  <a16:creationId xmlns:a16="http://schemas.microsoft.com/office/drawing/2014/main" id="{A455035A-1236-C04A-8E7F-3CCEABFEFCDC}"/>
                </a:ext>
              </a:extLst>
            </p:cNvPr>
            <p:cNvSpPr/>
            <p:nvPr/>
          </p:nvSpPr>
          <p:spPr>
            <a:xfrm flipH="1">
              <a:off x="5334682" y="921201"/>
              <a:ext cx="1089862" cy="618795"/>
            </a:xfrm>
            <a:prstGeom prst="parallelogram">
              <a:avLst>
                <a:gd name="adj" fmla="val 15806"/>
              </a:avLst>
            </a:prstGeom>
            <a:solidFill>
              <a:srgbClr val="FFC000"/>
            </a:solidFill>
            <a:ln w="3492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32" name="Google Shape;434;p7">
              <a:extLst>
                <a:ext uri="{FF2B5EF4-FFF2-40B4-BE49-F238E27FC236}">
                  <a16:creationId xmlns:a16="http://schemas.microsoft.com/office/drawing/2014/main" id="{E99FF2AB-549F-9038-CB01-2707B5638BCE}"/>
                </a:ext>
              </a:extLst>
            </p:cNvPr>
            <p:cNvSpPr txBox="1"/>
            <p:nvPr/>
          </p:nvSpPr>
          <p:spPr>
            <a:xfrm>
              <a:off x="5147097" y="1061341"/>
              <a:ext cx="1518167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92427"/>
                  </a:solidFill>
                  <a:effectLst/>
                  <a:uLnTx/>
                  <a:uFillTx/>
                  <a:latin typeface="Albert Sans" pitchFamily="2" charset="0"/>
                  <a:ea typeface="Arial"/>
                  <a:cs typeface="Poppins" panose="00000500000000000000" pitchFamily="2" charset="0"/>
                  <a:sym typeface="Arial"/>
                </a:rPr>
                <a:t>2022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92427"/>
                </a:solidFill>
                <a:effectLst/>
                <a:uLnTx/>
                <a:uFillTx/>
                <a:latin typeface="Albert Sans" pitchFamily="2" charset="0"/>
                <a:ea typeface="+mn-ea"/>
                <a:cs typeface="Poppins" panose="00000500000000000000" pitchFamily="2" charset="0"/>
                <a:sym typeface="Arial"/>
              </a:endParaRPr>
            </a:p>
          </p:txBody>
        </p:sp>
      </p:grpSp>
      <p:pic>
        <p:nvPicPr>
          <p:cNvPr id="9233" name="Picture 9232">
            <a:extLst>
              <a:ext uri="{FF2B5EF4-FFF2-40B4-BE49-F238E27FC236}">
                <a16:creationId xmlns:a16="http://schemas.microsoft.com/office/drawing/2014/main" id="{24737F34-9348-BF07-559F-8AB4DA65681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Glass/>
                    </a14:imgEffect>
                    <a14:imgEffect>
                      <a14:sharpenSoften amount="-100000"/>
                    </a14:imgEffect>
                    <a14:imgEffect>
                      <a14:saturation sat="4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86682" y="19127"/>
            <a:ext cx="870521" cy="870521"/>
          </a:xfrm>
          <a:prstGeom prst="rect">
            <a:avLst/>
          </a:prstGeom>
        </p:spPr>
      </p:pic>
      <p:pic>
        <p:nvPicPr>
          <p:cNvPr id="9239" name="Picture 9238">
            <a:extLst>
              <a:ext uri="{FF2B5EF4-FFF2-40B4-BE49-F238E27FC236}">
                <a16:creationId xmlns:a16="http://schemas.microsoft.com/office/drawing/2014/main" id="{55D65182-511A-3819-0CE7-AC71FCF36C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042" y="121911"/>
            <a:ext cx="597460" cy="5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069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54787C-24CB-4ED4-452F-E9ECEA27A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C2778EF-89E2-13FA-0FE5-AAF02153F70C}"/>
              </a:ext>
            </a:extLst>
          </p:cNvPr>
          <p:cNvSpPr/>
          <p:nvPr/>
        </p:nvSpPr>
        <p:spPr>
          <a:xfrm>
            <a:off x="-4092273" y="137877"/>
            <a:ext cx="16739706" cy="7445338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gradFill>
            <a:gsLst>
              <a:gs pos="0">
                <a:srgbClr val="14265E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244" name="TextBox 9243">
            <a:extLst>
              <a:ext uri="{FF2B5EF4-FFF2-40B4-BE49-F238E27FC236}">
                <a16:creationId xmlns:a16="http://schemas.microsoft.com/office/drawing/2014/main" id="{397DE11E-3291-415D-7D8F-5D9564F2735A}"/>
              </a:ext>
            </a:extLst>
          </p:cNvPr>
          <p:cNvSpPr txBox="1"/>
          <p:nvPr/>
        </p:nvSpPr>
        <p:spPr>
          <a:xfrm>
            <a:off x="6621705" y="277894"/>
            <a:ext cx="5496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2400">
                <a:solidFill>
                  <a:schemeClr val="bg2">
                    <a:lumMod val="25000"/>
                    <a:alpha val="94000"/>
                  </a:schemeClr>
                </a:solidFill>
                <a:latin typeface="Posterama Text" panose="020B0504020200020000" pitchFamily="34" charset="0"/>
                <a:cs typeface="Latha" panose="020B0502040204020203" pitchFamily="34" charset="0"/>
              </a:defRPr>
            </a:lvl1pPr>
          </a:lstStyle>
          <a:p>
            <a:pPr algn="l"/>
            <a:r>
              <a:rPr lang="en-US" b="1" dirty="0">
                <a:solidFill>
                  <a:srgbClr val="FFFF00">
                    <a:alpha val="94000"/>
                  </a:srgbClr>
                </a:solidFill>
                <a:latin typeface="Albert Sans" pitchFamily="2" charset="0"/>
              </a:rPr>
              <a:t>METODE PENGEMBANGAN SISTEM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6DF0724B-0409-7595-FFD6-B427FCB91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36374" y="137877"/>
            <a:ext cx="596164" cy="59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A7580B0-9527-B539-5868-465E0AEEF72D}"/>
              </a:ext>
            </a:extLst>
          </p:cNvPr>
          <p:cNvSpPr/>
          <p:nvPr/>
        </p:nvSpPr>
        <p:spPr>
          <a:xfrm flipH="1" flipV="1">
            <a:off x="-1893820" y="-9333443"/>
            <a:ext cx="13979072" cy="8924048"/>
          </a:xfrm>
          <a:custGeom>
            <a:avLst/>
            <a:gdLst>
              <a:gd name="connsiteX0" fmla="*/ 14426439 w 14426439"/>
              <a:gd name="connsiteY0" fmla="*/ 8924048 h 8924048"/>
              <a:gd name="connsiteX1" fmla="*/ 0 w 14426439"/>
              <a:gd name="connsiteY1" fmla="*/ 8924048 h 8924048"/>
              <a:gd name="connsiteX2" fmla="*/ 0 w 14426439"/>
              <a:gd name="connsiteY2" fmla="*/ 1607761 h 8924048"/>
              <a:gd name="connsiteX3" fmla="*/ 0 w 14426439"/>
              <a:gd name="connsiteY3" fmla="*/ 1283665 h 8924048"/>
              <a:gd name="connsiteX4" fmla="*/ 0 w 14426439"/>
              <a:gd name="connsiteY4" fmla="*/ 1027483 h 8924048"/>
              <a:gd name="connsiteX5" fmla="*/ 9453972 w 14426439"/>
              <a:gd name="connsiteY5" fmla="*/ 1027483 h 8924048"/>
              <a:gd name="connsiteX6" fmla="*/ 9453972 w 14426439"/>
              <a:gd name="connsiteY6" fmla="*/ 1020389 h 8924048"/>
              <a:gd name="connsiteX7" fmla="*/ 11106735 w 14426439"/>
              <a:gd name="connsiteY7" fmla="*/ 185684 h 8924048"/>
              <a:gd name="connsiteX8" fmla="*/ 11110674 w 14426439"/>
              <a:gd name="connsiteY8" fmla="*/ 184088 h 8924048"/>
              <a:gd name="connsiteX9" fmla="*/ 11122288 w 14426439"/>
              <a:gd name="connsiteY9" fmla="*/ 176296 h 8924048"/>
              <a:gd name="connsiteX10" fmla="*/ 11890928 w 14426439"/>
              <a:gd name="connsiteY10" fmla="*/ 0 h 8924048"/>
              <a:gd name="connsiteX11" fmla="*/ 11941803 w 14426439"/>
              <a:gd name="connsiteY11" fmla="*/ 0 h 8924048"/>
              <a:gd name="connsiteX12" fmla="*/ 14426439 w 14426439"/>
              <a:gd name="connsiteY12" fmla="*/ 0 h 8924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26439" h="8924048">
                <a:moveTo>
                  <a:pt x="14426439" y="8924048"/>
                </a:moveTo>
                <a:lnTo>
                  <a:pt x="0" y="8924048"/>
                </a:lnTo>
                <a:lnTo>
                  <a:pt x="0" y="1607761"/>
                </a:lnTo>
                <a:lnTo>
                  <a:pt x="0" y="1283665"/>
                </a:lnTo>
                <a:lnTo>
                  <a:pt x="0" y="1027483"/>
                </a:lnTo>
                <a:lnTo>
                  <a:pt x="9453972" y="1027483"/>
                </a:lnTo>
                <a:lnTo>
                  <a:pt x="9453972" y="1020389"/>
                </a:lnTo>
                <a:cubicBezTo>
                  <a:pt x="10323133" y="1020389"/>
                  <a:pt x="10640581" y="411029"/>
                  <a:pt x="11106735" y="185684"/>
                </a:cubicBezTo>
                <a:lnTo>
                  <a:pt x="11110674" y="184088"/>
                </a:lnTo>
                <a:lnTo>
                  <a:pt x="11122288" y="176296"/>
                </a:lnTo>
                <a:cubicBezTo>
                  <a:pt x="11318996" y="67371"/>
                  <a:pt x="11590753" y="0"/>
                  <a:pt x="11890928" y="0"/>
                </a:cubicBezTo>
                <a:lnTo>
                  <a:pt x="11941803" y="0"/>
                </a:lnTo>
                <a:lnTo>
                  <a:pt x="14426439" y="0"/>
                </a:lnTo>
                <a:close/>
              </a:path>
            </a:pathLst>
          </a:custGeom>
          <a:gradFill>
            <a:gsLst>
              <a:gs pos="0">
                <a:srgbClr val="14265E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246" name="!!Freeform: Shape 19459">
            <a:extLst>
              <a:ext uri="{FF2B5EF4-FFF2-40B4-BE49-F238E27FC236}">
                <a16:creationId xmlns:a16="http://schemas.microsoft.com/office/drawing/2014/main" id="{B0261299-FCE6-3E57-D06A-77A258190F20}"/>
              </a:ext>
            </a:extLst>
          </p:cNvPr>
          <p:cNvSpPr/>
          <p:nvPr/>
        </p:nvSpPr>
        <p:spPr>
          <a:xfrm>
            <a:off x="5215346" y="7414305"/>
            <a:ext cx="37549590" cy="10858225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259" name="!!a2">
            <a:extLst>
              <a:ext uri="{FF2B5EF4-FFF2-40B4-BE49-F238E27FC236}">
                <a16:creationId xmlns:a16="http://schemas.microsoft.com/office/drawing/2014/main" id="{F9622BD3-2212-2E4D-3D97-E4454F5F6188}"/>
              </a:ext>
            </a:extLst>
          </p:cNvPr>
          <p:cNvCxnSpPr>
            <a:cxnSpLocks/>
          </p:cNvCxnSpPr>
          <p:nvPr/>
        </p:nvCxnSpPr>
        <p:spPr>
          <a:xfrm>
            <a:off x="6721177" y="700429"/>
            <a:ext cx="4075158" cy="0"/>
          </a:xfrm>
          <a:prstGeom prst="line">
            <a:avLst/>
          </a:prstGeom>
          <a:ln>
            <a:solidFill>
              <a:srgbClr val="FFFF00">
                <a:alpha val="76000"/>
              </a:srgb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61" name="Picture 9260">
            <a:extLst>
              <a:ext uri="{FF2B5EF4-FFF2-40B4-BE49-F238E27FC236}">
                <a16:creationId xmlns:a16="http://schemas.microsoft.com/office/drawing/2014/main" id="{89FA5829-6C9D-79C7-C9F5-DB28A85B089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73027" y="209519"/>
            <a:ext cx="598414" cy="598414"/>
          </a:xfrm>
          <a:prstGeom prst="rect">
            <a:avLst/>
          </a:prstGeom>
        </p:spPr>
      </p:pic>
      <p:sp>
        <p:nvSpPr>
          <p:cNvPr id="9263" name="!!s1D">
            <a:extLst>
              <a:ext uri="{FF2B5EF4-FFF2-40B4-BE49-F238E27FC236}">
                <a16:creationId xmlns:a16="http://schemas.microsoft.com/office/drawing/2014/main" id="{5FE30AF5-10A0-E1A8-C0FA-D3A5D9F0EBB0}"/>
              </a:ext>
            </a:extLst>
          </p:cNvPr>
          <p:cNvSpPr/>
          <p:nvPr/>
        </p:nvSpPr>
        <p:spPr>
          <a:xfrm>
            <a:off x="1422345" y="1789369"/>
            <a:ext cx="8138746" cy="4368201"/>
          </a:xfrm>
          <a:prstGeom prst="roundRect">
            <a:avLst>
              <a:gd name="adj" fmla="val 5388"/>
            </a:avLst>
          </a:prstGeom>
          <a:solidFill>
            <a:srgbClr val="FFFFFF"/>
          </a:solidFill>
          <a:ln w="25400">
            <a:gradFill flip="none" rotWithShape="1">
              <a:gsLst>
                <a:gs pos="25000">
                  <a:schemeClr val="bg1"/>
                </a:gs>
                <a:gs pos="74000">
                  <a:srgbClr val="15574F"/>
                </a:gs>
              </a:gsLst>
              <a:lin ang="10800000" scaled="1"/>
              <a:tileRect/>
            </a:gradFill>
          </a:ln>
          <a:effectLst>
            <a:outerShdw blurRad="228600" dist="139700" dir="84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Albert Sans" pitchFamily="2" charset="0"/>
            </a:endParaRPr>
          </a:p>
        </p:txBody>
      </p:sp>
      <p:grpSp>
        <p:nvGrpSpPr>
          <p:cNvPr id="9264" name="Group 9263">
            <a:extLst>
              <a:ext uri="{FF2B5EF4-FFF2-40B4-BE49-F238E27FC236}">
                <a16:creationId xmlns:a16="http://schemas.microsoft.com/office/drawing/2014/main" id="{F3390845-5587-394C-30D2-50070E896CF5}"/>
              </a:ext>
            </a:extLst>
          </p:cNvPr>
          <p:cNvGrpSpPr/>
          <p:nvPr/>
        </p:nvGrpSpPr>
        <p:grpSpPr>
          <a:xfrm>
            <a:off x="779002" y="2000857"/>
            <a:ext cx="7546691" cy="558468"/>
            <a:chOff x="489560" y="2404605"/>
            <a:chExt cx="3184670" cy="558468"/>
          </a:xfrm>
          <a:solidFill>
            <a:srgbClr val="182B68"/>
          </a:solidFill>
        </p:grpSpPr>
        <p:sp>
          <p:nvSpPr>
            <p:cNvPr id="9265" name="!!s1">
              <a:extLst>
                <a:ext uri="{FF2B5EF4-FFF2-40B4-BE49-F238E27FC236}">
                  <a16:creationId xmlns:a16="http://schemas.microsoft.com/office/drawing/2014/main" id="{97ACDAB6-B1AD-E13B-6D99-3F23C051E147}"/>
                </a:ext>
              </a:extLst>
            </p:cNvPr>
            <p:cNvSpPr/>
            <p:nvPr/>
          </p:nvSpPr>
          <p:spPr>
            <a:xfrm flipH="1">
              <a:off x="489560" y="2404605"/>
              <a:ext cx="3184670" cy="558468"/>
            </a:xfrm>
            <a:prstGeom prst="roundRect">
              <a:avLst>
                <a:gd name="adj" fmla="val 20539"/>
              </a:avLst>
            </a:prstGeom>
            <a:grpFill/>
            <a:ln w="25400">
              <a:noFill/>
            </a:ln>
            <a:effectLst>
              <a:outerShdw blurRad="228600" dist="139700" dir="84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6000" b="1" dirty="0">
                <a:solidFill>
                  <a:srgbClr val="FFC000"/>
                </a:solidFill>
                <a:latin typeface="Albert Sans" pitchFamily="2" charset="0"/>
              </a:endParaRPr>
            </a:p>
          </p:txBody>
        </p:sp>
        <p:sp>
          <p:nvSpPr>
            <p:cNvPr id="9266" name="TextBox 27">
              <a:extLst>
                <a:ext uri="{FF2B5EF4-FFF2-40B4-BE49-F238E27FC236}">
                  <a16:creationId xmlns:a16="http://schemas.microsoft.com/office/drawing/2014/main" id="{D9BBE10B-7919-8509-6403-87CB64416922}"/>
                </a:ext>
              </a:extLst>
            </p:cNvPr>
            <p:cNvSpPr txBox="1"/>
            <p:nvPr/>
          </p:nvSpPr>
          <p:spPr>
            <a:xfrm>
              <a:off x="920174" y="2461316"/>
              <a:ext cx="2699198" cy="46166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defTabSz="609630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1" i="0" u="none" strike="noStrike" cap="none" spc="0" normalizeH="0" baseline="0">
                  <a:ln>
                    <a:noFill/>
                  </a:ln>
                  <a:solidFill>
                    <a:srgbClr val="D6A11A"/>
                  </a:solidFill>
                  <a:effectLst/>
                  <a:uLnTx/>
                  <a:uFillTx/>
                  <a:latin typeface="Albert Sans" pitchFamily="2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2400" dirty="0">
                  <a:solidFill>
                    <a:srgbClr val="FFFF00"/>
                  </a:solidFill>
                </a:rPr>
                <a:t>Rapid Application development (RAD)</a:t>
              </a:r>
            </a:p>
          </p:txBody>
        </p:sp>
      </p:grpSp>
      <p:pic>
        <p:nvPicPr>
          <p:cNvPr id="9270" name="Picture 9269">
            <a:extLst>
              <a:ext uri="{FF2B5EF4-FFF2-40B4-BE49-F238E27FC236}">
                <a16:creationId xmlns:a16="http://schemas.microsoft.com/office/drawing/2014/main" id="{E9D12613-4297-2684-6D73-408300AF8A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07" y="1831200"/>
            <a:ext cx="914400" cy="914400"/>
          </a:xfrm>
          <a:prstGeom prst="rect">
            <a:avLst/>
          </a:prstGeom>
        </p:spPr>
      </p:pic>
      <p:sp>
        <p:nvSpPr>
          <p:cNvPr id="9271" name="TextBox 27">
            <a:extLst>
              <a:ext uri="{FF2B5EF4-FFF2-40B4-BE49-F238E27FC236}">
                <a16:creationId xmlns:a16="http://schemas.microsoft.com/office/drawing/2014/main" id="{3A205479-E8D3-428E-1A7C-72C20D7B3E7D}"/>
              </a:ext>
            </a:extLst>
          </p:cNvPr>
          <p:cNvSpPr txBox="1"/>
          <p:nvPr/>
        </p:nvSpPr>
        <p:spPr>
          <a:xfrm>
            <a:off x="1959578" y="2664363"/>
            <a:ext cx="7064280" cy="33547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60963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1" i="0" u="none" strike="noStrike" cap="none" spc="0" normalizeH="0" baseline="0">
                <a:ln>
                  <a:noFill/>
                </a:ln>
                <a:solidFill>
                  <a:srgbClr val="D6A11A"/>
                </a:solidFill>
                <a:effectLst/>
                <a:uLnTx/>
                <a:uFillTx/>
                <a:latin typeface="Albert Sans" pitchFamily="2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400" b="0" dirty="0">
                <a:solidFill>
                  <a:srgbClr val="052160"/>
                </a:solidFill>
              </a:rPr>
              <a:t>RAD </a:t>
            </a:r>
            <a:r>
              <a:rPr lang="en-US" sz="2400" b="0" dirty="0" err="1">
                <a:solidFill>
                  <a:srgbClr val="052160"/>
                </a:solidFill>
              </a:rPr>
              <a:t>adalah</a:t>
            </a:r>
            <a:r>
              <a:rPr lang="en-US" sz="2400" b="0" dirty="0">
                <a:solidFill>
                  <a:srgbClr val="052160"/>
                </a:solidFill>
              </a:rPr>
              <a:t> </a:t>
            </a:r>
            <a:r>
              <a:rPr lang="en-US" sz="2400" b="0" dirty="0" err="1">
                <a:solidFill>
                  <a:srgbClr val="052160"/>
                </a:solidFill>
              </a:rPr>
              <a:t>metode</a:t>
            </a:r>
            <a:r>
              <a:rPr lang="en-US" sz="2400" b="0" dirty="0">
                <a:solidFill>
                  <a:srgbClr val="052160"/>
                </a:solidFill>
              </a:rPr>
              <a:t> </a:t>
            </a:r>
            <a:r>
              <a:rPr lang="en-US" sz="2400" b="0" dirty="0" err="1">
                <a:solidFill>
                  <a:srgbClr val="052160"/>
                </a:solidFill>
              </a:rPr>
              <a:t>pengembangan</a:t>
            </a:r>
            <a:r>
              <a:rPr lang="en-US" sz="2400" b="0" dirty="0">
                <a:solidFill>
                  <a:srgbClr val="052160"/>
                </a:solidFill>
              </a:rPr>
              <a:t> </a:t>
            </a:r>
            <a:r>
              <a:rPr lang="en-US" sz="2400" b="0" dirty="0" err="1">
                <a:solidFill>
                  <a:srgbClr val="052160"/>
                </a:solidFill>
              </a:rPr>
              <a:t>perangkat</a:t>
            </a:r>
            <a:r>
              <a:rPr lang="en-US" sz="2400" b="0" dirty="0">
                <a:solidFill>
                  <a:srgbClr val="052160"/>
                </a:solidFill>
              </a:rPr>
              <a:t> </a:t>
            </a:r>
            <a:r>
              <a:rPr lang="en-US" sz="2400" b="0" dirty="0" err="1">
                <a:solidFill>
                  <a:srgbClr val="052160"/>
                </a:solidFill>
              </a:rPr>
              <a:t>lunak</a:t>
            </a:r>
            <a:r>
              <a:rPr lang="en-US" sz="2400" b="0" dirty="0">
                <a:solidFill>
                  <a:srgbClr val="052160"/>
                </a:solidFill>
              </a:rPr>
              <a:t> yang </a:t>
            </a:r>
            <a:r>
              <a:rPr lang="en-US" sz="2400" b="0" dirty="0" err="1">
                <a:solidFill>
                  <a:srgbClr val="052160"/>
                </a:solidFill>
              </a:rPr>
              <a:t>mengutamakan</a:t>
            </a:r>
            <a:r>
              <a:rPr lang="en-US" sz="2400" b="0" dirty="0">
                <a:solidFill>
                  <a:srgbClr val="052160"/>
                </a:solidFill>
              </a:rPr>
              <a:t> </a:t>
            </a:r>
            <a:r>
              <a:rPr lang="en-US" sz="2400" b="0" dirty="0" err="1">
                <a:solidFill>
                  <a:srgbClr val="052160"/>
                </a:solidFill>
              </a:rPr>
              <a:t>siklus</a:t>
            </a:r>
            <a:r>
              <a:rPr lang="en-US" sz="2400" b="0" dirty="0">
                <a:solidFill>
                  <a:srgbClr val="052160"/>
                </a:solidFill>
              </a:rPr>
              <a:t> </a:t>
            </a:r>
            <a:r>
              <a:rPr lang="en-US" sz="2400" b="0" dirty="0" err="1">
                <a:solidFill>
                  <a:srgbClr val="052160"/>
                </a:solidFill>
              </a:rPr>
              <a:t>pengembangan</a:t>
            </a:r>
            <a:r>
              <a:rPr lang="en-US" sz="2400" b="0" dirty="0">
                <a:solidFill>
                  <a:srgbClr val="052160"/>
                </a:solidFill>
              </a:rPr>
              <a:t> yang </a:t>
            </a:r>
            <a:r>
              <a:rPr lang="en-US" sz="2400" b="0" dirty="0" err="1">
                <a:solidFill>
                  <a:srgbClr val="052160"/>
                </a:solidFill>
              </a:rPr>
              <a:t>cepat</a:t>
            </a:r>
            <a:r>
              <a:rPr lang="en-US" sz="2400" b="0" dirty="0">
                <a:solidFill>
                  <a:srgbClr val="052160"/>
                </a:solidFill>
              </a:rPr>
              <a:t>, </a:t>
            </a:r>
            <a:r>
              <a:rPr lang="en-US" sz="2400" b="0" dirty="0" err="1">
                <a:solidFill>
                  <a:srgbClr val="052160"/>
                </a:solidFill>
              </a:rPr>
              <a:t>dapat</a:t>
            </a:r>
            <a:r>
              <a:rPr lang="en-US" sz="2400" b="0" dirty="0">
                <a:solidFill>
                  <a:srgbClr val="052160"/>
                </a:solidFill>
              </a:rPr>
              <a:t> </a:t>
            </a:r>
            <a:r>
              <a:rPr lang="en-US" sz="2400" b="0" dirty="0" err="1">
                <a:solidFill>
                  <a:srgbClr val="052160"/>
                </a:solidFill>
              </a:rPr>
              <a:t>diuji</a:t>
            </a:r>
            <a:r>
              <a:rPr lang="en-US" sz="2400" b="0" dirty="0">
                <a:solidFill>
                  <a:srgbClr val="052160"/>
                </a:solidFill>
              </a:rPr>
              <a:t> </a:t>
            </a:r>
            <a:r>
              <a:rPr lang="en-US" sz="2400" b="0" dirty="0" err="1">
                <a:solidFill>
                  <a:srgbClr val="052160"/>
                </a:solidFill>
              </a:rPr>
              <a:t>serta</a:t>
            </a:r>
            <a:r>
              <a:rPr lang="en-US" sz="2400" b="0" dirty="0">
                <a:solidFill>
                  <a:srgbClr val="052160"/>
                </a:solidFill>
              </a:rPr>
              <a:t> </a:t>
            </a:r>
            <a:r>
              <a:rPr lang="en-US" sz="2400" b="0" dirty="0" err="1">
                <a:solidFill>
                  <a:srgbClr val="052160"/>
                </a:solidFill>
              </a:rPr>
              <a:t>melibatkan</a:t>
            </a:r>
            <a:r>
              <a:rPr lang="en-US" sz="2400" b="0" dirty="0">
                <a:solidFill>
                  <a:srgbClr val="052160"/>
                </a:solidFill>
              </a:rPr>
              <a:t>  </a:t>
            </a:r>
            <a:r>
              <a:rPr lang="en-US" sz="2400" b="0" dirty="0" err="1">
                <a:solidFill>
                  <a:srgbClr val="052160"/>
                </a:solidFill>
              </a:rPr>
              <a:t>pengguna</a:t>
            </a:r>
            <a:r>
              <a:rPr lang="en-US" sz="2400" b="0" dirty="0">
                <a:solidFill>
                  <a:srgbClr val="052160"/>
                </a:solidFill>
              </a:rPr>
              <a:t> secara langsung untuk </a:t>
            </a:r>
            <a:r>
              <a:rPr lang="en-US" sz="2400" b="0" dirty="0" err="1">
                <a:solidFill>
                  <a:srgbClr val="052160"/>
                </a:solidFill>
              </a:rPr>
              <a:t>memastikan</a:t>
            </a:r>
            <a:r>
              <a:rPr lang="en-US" sz="2400" b="0" dirty="0">
                <a:solidFill>
                  <a:srgbClr val="052160"/>
                </a:solidFill>
              </a:rPr>
              <a:t> </a:t>
            </a:r>
            <a:r>
              <a:rPr lang="en-US" sz="2400" b="0" dirty="0" err="1">
                <a:solidFill>
                  <a:srgbClr val="052160"/>
                </a:solidFill>
              </a:rPr>
              <a:t>bahwa</a:t>
            </a:r>
            <a:r>
              <a:rPr lang="en-US" sz="2400" b="0" dirty="0">
                <a:solidFill>
                  <a:srgbClr val="052160"/>
                </a:solidFill>
              </a:rPr>
              <a:t> </a:t>
            </a:r>
            <a:r>
              <a:rPr lang="en-US" sz="2400" b="0" dirty="0" err="1">
                <a:solidFill>
                  <a:srgbClr val="052160"/>
                </a:solidFill>
              </a:rPr>
              <a:t>aplikasi</a:t>
            </a:r>
            <a:r>
              <a:rPr lang="en-US" sz="2400" b="0" dirty="0">
                <a:solidFill>
                  <a:srgbClr val="052160"/>
                </a:solidFill>
              </a:rPr>
              <a:t> yang </a:t>
            </a:r>
            <a:r>
              <a:rPr lang="en-US" sz="2400" b="0" dirty="0" err="1">
                <a:solidFill>
                  <a:srgbClr val="052160"/>
                </a:solidFill>
              </a:rPr>
              <a:t>dibuat</a:t>
            </a:r>
            <a:r>
              <a:rPr lang="en-US" sz="2400" b="0" dirty="0">
                <a:solidFill>
                  <a:srgbClr val="052160"/>
                </a:solidFill>
              </a:rPr>
              <a:t> </a:t>
            </a:r>
            <a:r>
              <a:rPr lang="en-US" sz="2400" b="0" dirty="0" err="1">
                <a:solidFill>
                  <a:srgbClr val="052160"/>
                </a:solidFill>
              </a:rPr>
              <a:t>sesuai</a:t>
            </a:r>
            <a:r>
              <a:rPr lang="en-US" sz="2400" b="0" dirty="0">
                <a:solidFill>
                  <a:srgbClr val="052160"/>
                </a:solidFill>
              </a:rPr>
              <a:t> dengan </a:t>
            </a:r>
            <a:r>
              <a:rPr lang="en-US" sz="2400" b="0" dirty="0" err="1">
                <a:solidFill>
                  <a:srgbClr val="052160"/>
                </a:solidFill>
              </a:rPr>
              <a:t>kebutuhan</a:t>
            </a:r>
            <a:r>
              <a:rPr lang="en-US" sz="2400" b="0" dirty="0">
                <a:solidFill>
                  <a:srgbClr val="0521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338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5807E42-D4B3-1B19-B6CC-6226BF4FDCEF}"/>
              </a:ext>
            </a:extLst>
          </p:cNvPr>
          <p:cNvSpPr/>
          <p:nvPr/>
        </p:nvSpPr>
        <p:spPr>
          <a:xfrm>
            <a:off x="-4012062" y="92157"/>
            <a:ext cx="16739706" cy="7445338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gradFill>
            <a:gsLst>
              <a:gs pos="0">
                <a:srgbClr val="14265E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64DF5BA-AC39-57B0-F9FD-1A7DA928407D}"/>
              </a:ext>
            </a:extLst>
          </p:cNvPr>
          <p:cNvGrpSpPr/>
          <p:nvPr/>
        </p:nvGrpSpPr>
        <p:grpSpPr>
          <a:xfrm>
            <a:off x="7055941" y="4413398"/>
            <a:ext cx="2937510" cy="1848264"/>
            <a:chOff x="8267700" y="1214976"/>
            <a:chExt cx="2937510" cy="184826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312E23C-987B-1758-2507-B3A5B9F85E7F}"/>
                </a:ext>
              </a:extLst>
            </p:cNvPr>
            <p:cNvSpPr/>
            <p:nvPr/>
          </p:nvSpPr>
          <p:spPr>
            <a:xfrm>
              <a:off x="8267700" y="147405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77000">
                    <a:srgbClr val="00B050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1000">
                    <a:srgbClr val="00B050">
                      <a:alpha val="0"/>
                    </a:srgbClr>
                  </a:gs>
                  <a:gs pos="100000">
                    <a:srgbClr val="009B00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16" name="Rectangle: Rounded Corners 9215">
              <a:extLst>
                <a:ext uri="{FF2B5EF4-FFF2-40B4-BE49-F238E27FC236}">
                  <a16:creationId xmlns:a16="http://schemas.microsoft.com/office/drawing/2014/main" id="{3FFB6ABF-F4CB-9D8F-E17C-4765D33F365B}"/>
                </a:ext>
              </a:extLst>
            </p:cNvPr>
            <p:cNvSpPr/>
            <p:nvPr/>
          </p:nvSpPr>
          <p:spPr>
            <a:xfrm flipV="1">
              <a:off x="8267700" y="121497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100000">
                    <a:srgbClr val="CE55DE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5000">
                    <a:srgbClr val="FB67FC">
                      <a:alpha val="0"/>
                    </a:srgbClr>
                  </a:gs>
                  <a:gs pos="82000">
                    <a:srgbClr val="CE55DE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55B9674-569D-0F9B-610B-B3554DEA2D34}"/>
              </a:ext>
            </a:extLst>
          </p:cNvPr>
          <p:cNvGrpSpPr/>
          <p:nvPr/>
        </p:nvGrpSpPr>
        <p:grpSpPr>
          <a:xfrm flipH="1" flipV="1">
            <a:off x="1571612" y="3168242"/>
            <a:ext cx="2937510" cy="1848264"/>
            <a:chOff x="8267700" y="1214976"/>
            <a:chExt cx="2937510" cy="1848264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A87D254-04DA-7262-AB7C-EBD6D0F50809}"/>
                </a:ext>
              </a:extLst>
            </p:cNvPr>
            <p:cNvSpPr/>
            <p:nvPr/>
          </p:nvSpPr>
          <p:spPr>
            <a:xfrm>
              <a:off x="8267700" y="147405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77000">
                    <a:srgbClr val="00B050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1000">
                    <a:srgbClr val="00B050">
                      <a:alpha val="0"/>
                    </a:srgbClr>
                  </a:gs>
                  <a:gs pos="100000">
                    <a:srgbClr val="009B00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D933D43-28D3-7C0C-73AD-5AE3BA35C2D5}"/>
                </a:ext>
              </a:extLst>
            </p:cNvPr>
            <p:cNvSpPr/>
            <p:nvPr/>
          </p:nvSpPr>
          <p:spPr>
            <a:xfrm flipV="1">
              <a:off x="8267700" y="121497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82000">
                    <a:srgbClr val="0070C0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5000">
                    <a:srgbClr val="0070C0">
                      <a:alpha val="0"/>
                    </a:srgbClr>
                  </a:gs>
                  <a:gs pos="100000">
                    <a:srgbClr val="0070C0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E6CA34A-E9DA-CD08-C71E-99C6105F617A}"/>
              </a:ext>
            </a:extLst>
          </p:cNvPr>
          <p:cNvGrpSpPr/>
          <p:nvPr/>
        </p:nvGrpSpPr>
        <p:grpSpPr>
          <a:xfrm>
            <a:off x="6980939" y="1859191"/>
            <a:ext cx="2937510" cy="1848264"/>
            <a:chOff x="8267700" y="1214976"/>
            <a:chExt cx="2937510" cy="184826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14EFFC7-2E96-4AB8-B47D-9E1AA51A013D}"/>
                </a:ext>
              </a:extLst>
            </p:cNvPr>
            <p:cNvSpPr/>
            <p:nvPr/>
          </p:nvSpPr>
          <p:spPr>
            <a:xfrm>
              <a:off x="8267700" y="147405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77000">
                    <a:srgbClr val="F43857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1000">
                    <a:srgbClr val="F43857">
                      <a:alpha val="0"/>
                    </a:srgbClr>
                  </a:gs>
                  <a:gs pos="100000">
                    <a:srgbClr val="F43857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A943B5DD-92F7-E00C-EE13-1B0650D36DBA}"/>
                </a:ext>
              </a:extLst>
            </p:cNvPr>
            <p:cNvSpPr/>
            <p:nvPr/>
          </p:nvSpPr>
          <p:spPr>
            <a:xfrm flipV="1">
              <a:off x="8267700" y="1214976"/>
              <a:ext cx="2937510" cy="1589184"/>
            </a:xfrm>
            <a:prstGeom prst="roundRect">
              <a:avLst/>
            </a:prstGeom>
            <a:noFill/>
            <a:ln w="57150">
              <a:gradFill flip="none" rotWithShape="1">
                <a:gsLst>
                  <a:gs pos="82000">
                    <a:srgbClr val="0070C0"/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5000">
                    <a:srgbClr val="0070C0">
                      <a:alpha val="0"/>
                    </a:srgbClr>
                  </a:gs>
                  <a:gs pos="100000">
                    <a:srgbClr val="0070C0"/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DAA1A85-9750-2C54-0086-38898DA951FB}"/>
              </a:ext>
            </a:extLst>
          </p:cNvPr>
          <p:cNvGrpSpPr/>
          <p:nvPr/>
        </p:nvGrpSpPr>
        <p:grpSpPr>
          <a:xfrm>
            <a:off x="2363477" y="1634187"/>
            <a:ext cx="6878082" cy="1070865"/>
            <a:chOff x="1905000" y="1608189"/>
            <a:chExt cx="6000750" cy="952500"/>
          </a:xfrm>
        </p:grpSpPr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36308DD9-0729-EF60-1251-B691B17AD93F}"/>
                </a:ext>
              </a:extLst>
            </p:cNvPr>
            <p:cNvSpPr/>
            <p:nvPr/>
          </p:nvSpPr>
          <p:spPr>
            <a:xfrm rot="5400000" flipH="1">
              <a:off x="4791075" y="-620662"/>
              <a:ext cx="819150" cy="5410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" name="Rectangle: Top Corners Rounded 1">
              <a:extLst>
                <a:ext uri="{FF2B5EF4-FFF2-40B4-BE49-F238E27FC236}">
                  <a16:creationId xmlns:a16="http://schemas.microsoft.com/office/drawing/2014/main" id="{849248AE-1880-DD54-1C0E-EEEC3B861C4C}"/>
                </a:ext>
              </a:extLst>
            </p:cNvPr>
            <p:cNvSpPr/>
            <p:nvPr/>
          </p:nvSpPr>
          <p:spPr>
            <a:xfrm rot="16200000">
              <a:off x="1924050" y="1589139"/>
              <a:ext cx="952500" cy="990600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100000">
                  <a:srgbClr val="CF2F6E"/>
                </a:gs>
                <a:gs pos="0">
                  <a:srgbClr val="F83652"/>
                </a:gs>
              </a:gsLst>
              <a:lin ang="18900000" scaled="1"/>
              <a:tileRect/>
            </a:gradFill>
            <a:ln w="38100">
              <a:solidFill>
                <a:srgbClr val="F43857"/>
              </a:solidFill>
            </a:ln>
            <a:effectLst>
              <a:outerShdw blurRad="228600" dist="1397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5B9E64E-B659-96AB-6276-EEA18F1E607F}"/>
                </a:ext>
              </a:extLst>
            </p:cNvPr>
            <p:cNvSpPr/>
            <p:nvPr/>
          </p:nvSpPr>
          <p:spPr>
            <a:xfrm>
              <a:off x="7228114" y="1817058"/>
              <a:ext cx="534761" cy="534761"/>
            </a:xfrm>
            <a:prstGeom prst="ellipse">
              <a:avLst/>
            </a:prstGeom>
            <a:gradFill flip="none" rotWithShape="1">
              <a:gsLst>
                <a:gs pos="100000">
                  <a:srgbClr val="CF2F6E"/>
                </a:gs>
                <a:gs pos="0">
                  <a:srgbClr val="F83652"/>
                </a:gs>
              </a:gsLst>
              <a:lin ang="18900000" scaled="1"/>
              <a:tileRect/>
            </a:gradFill>
            <a:ln w="38100">
              <a:solidFill>
                <a:srgbClr val="F43857"/>
              </a:solidFill>
            </a:ln>
            <a:effectLst>
              <a:outerShdw blurRad="228600" dist="139700" dir="84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A5E12F6-0F29-76AD-713E-36A30F4BC829}"/>
              </a:ext>
            </a:extLst>
          </p:cNvPr>
          <p:cNvGrpSpPr/>
          <p:nvPr/>
        </p:nvGrpSpPr>
        <p:grpSpPr>
          <a:xfrm flipH="1">
            <a:off x="2363476" y="2942041"/>
            <a:ext cx="6878082" cy="997063"/>
            <a:chOff x="1905000" y="1608189"/>
            <a:chExt cx="6000750" cy="952500"/>
          </a:xfrm>
        </p:grpSpPr>
        <p:sp>
          <p:nvSpPr>
            <p:cNvPr id="7" name="Rectangle: Top Corners Rounded 6">
              <a:extLst>
                <a:ext uri="{FF2B5EF4-FFF2-40B4-BE49-F238E27FC236}">
                  <a16:creationId xmlns:a16="http://schemas.microsoft.com/office/drawing/2014/main" id="{53A2C9E4-6F8D-DECD-745E-834D008AB85D}"/>
                </a:ext>
              </a:extLst>
            </p:cNvPr>
            <p:cNvSpPr/>
            <p:nvPr/>
          </p:nvSpPr>
          <p:spPr>
            <a:xfrm rot="5400000" flipH="1">
              <a:off x="4791075" y="-620662"/>
              <a:ext cx="819150" cy="5410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A40AC71C-5AB4-B5C2-D616-4DBF868B1023}"/>
                </a:ext>
              </a:extLst>
            </p:cNvPr>
            <p:cNvSpPr/>
            <p:nvPr/>
          </p:nvSpPr>
          <p:spPr>
            <a:xfrm rot="16200000">
              <a:off x="1924050" y="1589139"/>
              <a:ext cx="952500" cy="990600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100000">
                  <a:srgbClr val="0070C0"/>
                </a:gs>
                <a:gs pos="0">
                  <a:schemeClr val="accent5">
                    <a:lumMod val="50000"/>
                  </a:schemeClr>
                </a:gs>
              </a:gsLst>
              <a:lin ang="18900000" scaled="1"/>
              <a:tileRect/>
            </a:gradFill>
            <a:ln w="38100">
              <a:solidFill>
                <a:schemeClr val="accent5">
                  <a:lumMod val="75000"/>
                </a:schemeClr>
              </a:solidFill>
            </a:ln>
            <a:effectLst>
              <a:outerShdw blurRad="228600" dist="165100" dir="60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F92454E-FCAE-4D7E-EEB8-08170CCF0F80}"/>
                </a:ext>
              </a:extLst>
            </p:cNvPr>
            <p:cNvSpPr/>
            <p:nvPr/>
          </p:nvSpPr>
          <p:spPr>
            <a:xfrm>
              <a:off x="7228114" y="1817058"/>
              <a:ext cx="534761" cy="534761"/>
            </a:xfrm>
            <a:prstGeom prst="ellipse">
              <a:avLst/>
            </a:prstGeom>
            <a:gradFill flip="none" rotWithShape="1">
              <a:gsLst>
                <a:gs pos="100000">
                  <a:srgbClr val="0070C0"/>
                </a:gs>
                <a:gs pos="0">
                  <a:schemeClr val="accent5">
                    <a:lumMod val="50000"/>
                  </a:schemeClr>
                </a:gs>
              </a:gsLst>
              <a:lin ang="18900000" scaled="1"/>
              <a:tileRect/>
            </a:gradFill>
            <a:ln w="38100">
              <a:solidFill>
                <a:schemeClr val="accent5">
                  <a:lumMod val="75000"/>
                </a:schemeClr>
              </a:solidFill>
            </a:ln>
            <a:effectLst>
              <a:outerShdw blurRad="228600" dist="139700" dir="36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40432A-3D60-7F64-7C7E-573C0D1CD5CD}"/>
              </a:ext>
            </a:extLst>
          </p:cNvPr>
          <p:cNvGrpSpPr/>
          <p:nvPr/>
        </p:nvGrpSpPr>
        <p:grpSpPr>
          <a:xfrm>
            <a:off x="2363477" y="4249895"/>
            <a:ext cx="6878081" cy="997063"/>
            <a:chOff x="1905000" y="1608189"/>
            <a:chExt cx="6000750" cy="952500"/>
          </a:xfrm>
        </p:grpSpPr>
        <p:sp>
          <p:nvSpPr>
            <p:cNvPr id="11" name="Rectangle: Top Corners Rounded 10">
              <a:extLst>
                <a:ext uri="{FF2B5EF4-FFF2-40B4-BE49-F238E27FC236}">
                  <a16:creationId xmlns:a16="http://schemas.microsoft.com/office/drawing/2014/main" id="{E5B472F1-3963-CA21-0EB2-58B7F223CC38}"/>
                </a:ext>
              </a:extLst>
            </p:cNvPr>
            <p:cNvSpPr/>
            <p:nvPr/>
          </p:nvSpPr>
          <p:spPr>
            <a:xfrm rot="5400000" flipH="1">
              <a:off x="4791075" y="-620662"/>
              <a:ext cx="819150" cy="5410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: Top Corners Rounded 11">
              <a:extLst>
                <a:ext uri="{FF2B5EF4-FFF2-40B4-BE49-F238E27FC236}">
                  <a16:creationId xmlns:a16="http://schemas.microsoft.com/office/drawing/2014/main" id="{3B0B0C15-CEB3-0168-B33D-F6A273690AE7}"/>
                </a:ext>
              </a:extLst>
            </p:cNvPr>
            <p:cNvSpPr/>
            <p:nvPr/>
          </p:nvSpPr>
          <p:spPr>
            <a:xfrm rot="16200000">
              <a:off x="1924050" y="1589139"/>
              <a:ext cx="952500" cy="990600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34000">
                  <a:srgbClr val="4FC000"/>
                </a:gs>
                <a:gs pos="100000">
                  <a:srgbClr val="009B00"/>
                </a:gs>
                <a:gs pos="0">
                  <a:srgbClr val="BCF300"/>
                </a:gs>
              </a:gsLst>
              <a:lin ang="18900000" scaled="1"/>
              <a:tileRect/>
            </a:gradFill>
            <a:ln w="38100">
              <a:solidFill>
                <a:srgbClr val="65CA00"/>
              </a:solidFill>
            </a:ln>
            <a:effectLst>
              <a:outerShdw blurRad="228600" dist="1397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D3A91DD-106D-16EA-5EF1-8DB24ACB4DAB}"/>
                </a:ext>
              </a:extLst>
            </p:cNvPr>
            <p:cNvSpPr/>
            <p:nvPr/>
          </p:nvSpPr>
          <p:spPr>
            <a:xfrm>
              <a:off x="7228114" y="1817058"/>
              <a:ext cx="534761" cy="534761"/>
            </a:xfrm>
            <a:prstGeom prst="ellipse">
              <a:avLst/>
            </a:prstGeom>
            <a:gradFill flip="none" rotWithShape="1">
              <a:gsLst>
                <a:gs pos="45000">
                  <a:srgbClr val="4FC000"/>
                </a:gs>
                <a:gs pos="100000">
                  <a:srgbClr val="009B00"/>
                </a:gs>
                <a:gs pos="0">
                  <a:srgbClr val="BCF300"/>
                </a:gs>
              </a:gsLst>
              <a:lin ang="18900000" scaled="1"/>
              <a:tileRect/>
            </a:gradFill>
            <a:ln w="38100">
              <a:solidFill>
                <a:srgbClr val="65CA00"/>
              </a:solidFill>
            </a:ln>
            <a:effectLst>
              <a:outerShdw blurRad="228600" dist="139700" dir="84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DA95F5-0B12-583C-273F-DE75A536FCD2}"/>
              </a:ext>
            </a:extLst>
          </p:cNvPr>
          <p:cNvGrpSpPr/>
          <p:nvPr/>
        </p:nvGrpSpPr>
        <p:grpSpPr>
          <a:xfrm flipH="1">
            <a:off x="2363477" y="5557750"/>
            <a:ext cx="6878081" cy="997063"/>
            <a:chOff x="1905000" y="1608189"/>
            <a:chExt cx="6000750" cy="952500"/>
          </a:xfrm>
        </p:grpSpPr>
        <p:sp>
          <p:nvSpPr>
            <p:cNvPr id="15" name="Rectangle: Top Corners Rounded 14">
              <a:extLst>
                <a:ext uri="{FF2B5EF4-FFF2-40B4-BE49-F238E27FC236}">
                  <a16:creationId xmlns:a16="http://schemas.microsoft.com/office/drawing/2014/main" id="{057E817A-04D5-8757-C9AE-11DA1B7DF57D}"/>
                </a:ext>
              </a:extLst>
            </p:cNvPr>
            <p:cNvSpPr/>
            <p:nvPr/>
          </p:nvSpPr>
          <p:spPr>
            <a:xfrm rot="5400000" flipH="1">
              <a:off x="4791075" y="-620662"/>
              <a:ext cx="819150" cy="5410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703E37CB-70E9-C902-E29F-4F6F12C815F6}"/>
                </a:ext>
              </a:extLst>
            </p:cNvPr>
            <p:cNvSpPr/>
            <p:nvPr/>
          </p:nvSpPr>
          <p:spPr>
            <a:xfrm rot="16200000">
              <a:off x="1924050" y="1589139"/>
              <a:ext cx="952500" cy="990600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34000">
                  <a:srgbClr val="AC48C8"/>
                </a:gs>
                <a:gs pos="100000">
                  <a:srgbClr val="7030A0"/>
                </a:gs>
                <a:gs pos="0">
                  <a:srgbClr val="FB67FC"/>
                </a:gs>
              </a:gsLst>
              <a:lin ang="18900000" scaled="1"/>
              <a:tileRect/>
            </a:gradFill>
            <a:ln w="38100">
              <a:solidFill>
                <a:srgbClr val="CE55DE"/>
              </a:solidFill>
            </a:ln>
            <a:effectLst>
              <a:outerShdw blurRad="228600" dist="139700" dir="60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BF22393-8CF7-9859-495F-A55E832617EE}"/>
                </a:ext>
              </a:extLst>
            </p:cNvPr>
            <p:cNvSpPr/>
            <p:nvPr/>
          </p:nvSpPr>
          <p:spPr>
            <a:xfrm>
              <a:off x="7228114" y="1817058"/>
              <a:ext cx="534761" cy="534761"/>
            </a:xfrm>
            <a:prstGeom prst="ellipse">
              <a:avLst/>
            </a:prstGeom>
            <a:gradFill flip="none" rotWithShape="1">
              <a:gsLst>
                <a:gs pos="34000">
                  <a:srgbClr val="AC48C8"/>
                </a:gs>
                <a:gs pos="100000">
                  <a:srgbClr val="7030A0"/>
                </a:gs>
                <a:gs pos="0">
                  <a:srgbClr val="FB67FC"/>
                </a:gs>
              </a:gsLst>
              <a:lin ang="18900000" scaled="1"/>
              <a:tileRect/>
            </a:gradFill>
            <a:ln w="38100">
              <a:solidFill>
                <a:srgbClr val="CE55DE"/>
              </a:solidFill>
            </a:ln>
            <a:effectLst>
              <a:outerShdw blurRad="228600" dist="139700" dir="3600000" algn="l" rotWithShape="0">
                <a:prstClr val="black">
                  <a:alpha val="4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221" name="Group 9220">
            <a:extLst>
              <a:ext uri="{FF2B5EF4-FFF2-40B4-BE49-F238E27FC236}">
                <a16:creationId xmlns:a16="http://schemas.microsoft.com/office/drawing/2014/main" id="{0325E869-CE32-90F3-A55F-A8AC16B8AEB8}"/>
              </a:ext>
            </a:extLst>
          </p:cNvPr>
          <p:cNvGrpSpPr/>
          <p:nvPr/>
        </p:nvGrpSpPr>
        <p:grpSpPr>
          <a:xfrm>
            <a:off x="2410586" y="1700861"/>
            <a:ext cx="950541" cy="928639"/>
            <a:chOff x="4655901" y="1070343"/>
            <a:chExt cx="955830" cy="887134"/>
          </a:xfrm>
        </p:grpSpPr>
        <p:sp>
          <p:nvSpPr>
            <p:cNvPr id="9219" name="TextBox 9218">
              <a:extLst>
                <a:ext uri="{FF2B5EF4-FFF2-40B4-BE49-F238E27FC236}">
                  <a16:creationId xmlns:a16="http://schemas.microsoft.com/office/drawing/2014/main" id="{40AB5DDB-6458-218E-5F7A-3D1DE4119B2F}"/>
                </a:ext>
              </a:extLst>
            </p:cNvPr>
            <p:cNvSpPr txBox="1"/>
            <p:nvPr/>
          </p:nvSpPr>
          <p:spPr>
            <a:xfrm>
              <a:off x="4655901" y="1070343"/>
              <a:ext cx="955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  <a:alpha val="74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STEP</a:t>
              </a:r>
            </a:p>
          </p:txBody>
        </p:sp>
        <p:sp>
          <p:nvSpPr>
            <p:cNvPr id="9220" name="TextBox 9219">
              <a:extLst>
                <a:ext uri="{FF2B5EF4-FFF2-40B4-BE49-F238E27FC236}">
                  <a16:creationId xmlns:a16="http://schemas.microsoft.com/office/drawing/2014/main" id="{02D18ED6-AEBF-E307-C385-EFEED348A566}"/>
                </a:ext>
              </a:extLst>
            </p:cNvPr>
            <p:cNvSpPr txBox="1"/>
            <p:nvPr/>
          </p:nvSpPr>
          <p:spPr>
            <a:xfrm>
              <a:off x="4655901" y="1188036"/>
              <a:ext cx="95583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90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01</a:t>
              </a:r>
            </a:p>
          </p:txBody>
        </p:sp>
      </p:grpSp>
      <p:grpSp>
        <p:nvGrpSpPr>
          <p:cNvPr id="9222" name="Group 9221">
            <a:extLst>
              <a:ext uri="{FF2B5EF4-FFF2-40B4-BE49-F238E27FC236}">
                <a16:creationId xmlns:a16="http://schemas.microsoft.com/office/drawing/2014/main" id="{2EAFAD84-A71D-B5E9-60DB-EF21BE687F8B}"/>
              </a:ext>
            </a:extLst>
          </p:cNvPr>
          <p:cNvGrpSpPr/>
          <p:nvPr/>
        </p:nvGrpSpPr>
        <p:grpSpPr>
          <a:xfrm>
            <a:off x="2410586" y="4299558"/>
            <a:ext cx="950541" cy="928639"/>
            <a:chOff x="4655901" y="1070343"/>
            <a:chExt cx="955830" cy="887134"/>
          </a:xfrm>
        </p:grpSpPr>
        <p:sp>
          <p:nvSpPr>
            <p:cNvPr id="9223" name="TextBox 9222">
              <a:extLst>
                <a:ext uri="{FF2B5EF4-FFF2-40B4-BE49-F238E27FC236}">
                  <a16:creationId xmlns:a16="http://schemas.microsoft.com/office/drawing/2014/main" id="{CD7FA7E4-CED7-C18B-2324-2549FE1C3C72}"/>
                </a:ext>
              </a:extLst>
            </p:cNvPr>
            <p:cNvSpPr txBox="1"/>
            <p:nvPr/>
          </p:nvSpPr>
          <p:spPr>
            <a:xfrm>
              <a:off x="4655901" y="1070343"/>
              <a:ext cx="955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  <a:alpha val="74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STEP</a:t>
              </a:r>
            </a:p>
          </p:txBody>
        </p:sp>
        <p:sp>
          <p:nvSpPr>
            <p:cNvPr id="9224" name="TextBox 9223">
              <a:extLst>
                <a:ext uri="{FF2B5EF4-FFF2-40B4-BE49-F238E27FC236}">
                  <a16:creationId xmlns:a16="http://schemas.microsoft.com/office/drawing/2014/main" id="{E59EC767-4305-E3F4-31ED-4EA273F0AB26}"/>
                </a:ext>
              </a:extLst>
            </p:cNvPr>
            <p:cNvSpPr txBox="1"/>
            <p:nvPr/>
          </p:nvSpPr>
          <p:spPr>
            <a:xfrm>
              <a:off x="4655901" y="1188036"/>
              <a:ext cx="95583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90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03</a:t>
              </a:r>
            </a:p>
          </p:txBody>
        </p:sp>
      </p:grpSp>
      <p:grpSp>
        <p:nvGrpSpPr>
          <p:cNvPr id="9225" name="Group 9224">
            <a:extLst>
              <a:ext uri="{FF2B5EF4-FFF2-40B4-BE49-F238E27FC236}">
                <a16:creationId xmlns:a16="http://schemas.microsoft.com/office/drawing/2014/main" id="{A9F6E87A-8CEB-FEA1-741A-75EF773E4D12}"/>
              </a:ext>
            </a:extLst>
          </p:cNvPr>
          <p:cNvGrpSpPr/>
          <p:nvPr/>
        </p:nvGrpSpPr>
        <p:grpSpPr>
          <a:xfrm>
            <a:off x="8142536" y="3001627"/>
            <a:ext cx="950541" cy="891861"/>
            <a:chOff x="4645997" y="1070343"/>
            <a:chExt cx="955830" cy="887134"/>
          </a:xfrm>
        </p:grpSpPr>
        <p:sp>
          <p:nvSpPr>
            <p:cNvPr id="9226" name="TextBox 9225">
              <a:extLst>
                <a:ext uri="{FF2B5EF4-FFF2-40B4-BE49-F238E27FC236}">
                  <a16:creationId xmlns:a16="http://schemas.microsoft.com/office/drawing/2014/main" id="{D1ACDEF6-9043-7C3A-575D-6D46372E2AC8}"/>
                </a:ext>
              </a:extLst>
            </p:cNvPr>
            <p:cNvSpPr txBox="1"/>
            <p:nvPr/>
          </p:nvSpPr>
          <p:spPr>
            <a:xfrm>
              <a:off x="4645997" y="1070343"/>
              <a:ext cx="955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  <a:alpha val="74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STEP</a:t>
              </a:r>
            </a:p>
          </p:txBody>
        </p:sp>
        <p:sp>
          <p:nvSpPr>
            <p:cNvPr id="9227" name="TextBox 9226">
              <a:extLst>
                <a:ext uri="{FF2B5EF4-FFF2-40B4-BE49-F238E27FC236}">
                  <a16:creationId xmlns:a16="http://schemas.microsoft.com/office/drawing/2014/main" id="{BCC75315-565D-C3D9-BD51-06652DD25CB2}"/>
                </a:ext>
              </a:extLst>
            </p:cNvPr>
            <p:cNvSpPr txBox="1"/>
            <p:nvPr/>
          </p:nvSpPr>
          <p:spPr>
            <a:xfrm>
              <a:off x="4645997" y="1188036"/>
              <a:ext cx="95583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90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02</a:t>
              </a:r>
            </a:p>
          </p:txBody>
        </p:sp>
      </p:grpSp>
      <p:grpSp>
        <p:nvGrpSpPr>
          <p:cNvPr id="9228" name="Group 9227">
            <a:extLst>
              <a:ext uri="{FF2B5EF4-FFF2-40B4-BE49-F238E27FC236}">
                <a16:creationId xmlns:a16="http://schemas.microsoft.com/office/drawing/2014/main" id="{8D1DEA13-744B-0A27-7E09-1E47D10181E2}"/>
              </a:ext>
            </a:extLst>
          </p:cNvPr>
          <p:cNvGrpSpPr/>
          <p:nvPr/>
        </p:nvGrpSpPr>
        <p:grpSpPr>
          <a:xfrm>
            <a:off x="8113035" y="5656929"/>
            <a:ext cx="985395" cy="928639"/>
            <a:chOff x="4620853" y="1070343"/>
            <a:chExt cx="990878" cy="887134"/>
          </a:xfrm>
        </p:grpSpPr>
        <p:sp>
          <p:nvSpPr>
            <p:cNvPr id="9229" name="TextBox 9228">
              <a:extLst>
                <a:ext uri="{FF2B5EF4-FFF2-40B4-BE49-F238E27FC236}">
                  <a16:creationId xmlns:a16="http://schemas.microsoft.com/office/drawing/2014/main" id="{C38D8D70-EC52-D29F-ACBD-7D4F34A06330}"/>
                </a:ext>
              </a:extLst>
            </p:cNvPr>
            <p:cNvSpPr txBox="1"/>
            <p:nvPr/>
          </p:nvSpPr>
          <p:spPr>
            <a:xfrm>
              <a:off x="4638377" y="1070343"/>
              <a:ext cx="955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  <a:alpha val="74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STEP</a:t>
              </a:r>
            </a:p>
          </p:txBody>
        </p:sp>
        <p:sp>
          <p:nvSpPr>
            <p:cNvPr id="9230" name="TextBox 9229">
              <a:extLst>
                <a:ext uri="{FF2B5EF4-FFF2-40B4-BE49-F238E27FC236}">
                  <a16:creationId xmlns:a16="http://schemas.microsoft.com/office/drawing/2014/main" id="{06A50A43-CDF8-1E8E-8782-A6262A68B37A}"/>
                </a:ext>
              </a:extLst>
            </p:cNvPr>
            <p:cNvSpPr txBox="1"/>
            <p:nvPr/>
          </p:nvSpPr>
          <p:spPr>
            <a:xfrm>
              <a:off x="4620853" y="1188036"/>
              <a:ext cx="99087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2400">
                  <a:solidFill>
                    <a:schemeClr val="bg2">
                      <a:lumMod val="25000"/>
                      <a:alpha val="94000"/>
                    </a:schemeClr>
                  </a:solidFill>
                  <a:latin typeface="Posterama Text" panose="020B0504020200020000" pitchFamily="34" charset="0"/>
                  <a:cs typeface="Latha" panose="020B0502040204020203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90000"/>
                    </a:prstClr>
                  </a:solidFill>
                  <a:effectLst/>
                  <a:uLnTx/>
                  <a:uFillTx/>
                  <a:latin typeface="Albert Sans" pitchFamily="2" charset="0"/>
                  <a:ea typeface="+mn-ea"/>
                  <a:cs typeface="Latha" panose="020B0502040204020203" pitchFamily="34" charset="0"/>
                </a:rPr>
                <a:t>04</a:t>
              </a:r>
            </a:p>
          </p:txBody>
        </p:sp>
      </p:grpSp>
      <p:grpSp>
        <p:nvGrpSpPr>
          <p:cNvPr id="9233" name="Group 9232">
            <a:extLst>
              <a:ext uri="{FF2B5EF4-FFF2-40B4-BE49-F238E27FC236}">
                <a16:creationId xmlns:a16="http://schemas.microsoft.com/office/drawing/2014/main" id="{10EB63E1-86E7-4819-E336-09633DC2FAA5}"/>
              </a:ext>
            </a:extLst>
          </p:cNvPr>
          <p:cNvGrpSpPr/>
          <p:nvPr/>
        </p:nvGrpSpPr>
        <p:grpSpPr>
          <a:xfrm>
            <a:off x="3602624" y="4311009"/>
            <a:ext cx="4922072" cy="870404"/>
            <a:chOff x="5723572" y="1001352"/>
            <a:chExt cx="4051527" cy="831502"/>
          </a:xfrm>
        </p:grpSpPr>
        <p:sp>
          <p:nvSpPr>
            <p:cNvPr id="9231" name="TextBox 9230">
              <a:extLst>
                <a:ext uri="{FF2B5EF4-FFF2-40B4-BE49-F238E27FC236}">
                  <a16:creationId xmlns:a16="http://schemas.microsoft.com/office/drawing/2014/main" id="{84728302-048D-67E5-D702-F3986DF96931}"/>
                </a:ext>
              </a:extLst>
            </p:cNvPr>
            <p:cNvSpPr txBox="1"/>
            <p:nvPr/>
          </p:nvSpPr>
          <p:spPr>
            <a:xfrm>
              <a:off x="5723572" y="1186523"/>
              <a:ext cx="4051527" cy="646331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 panose="020B0604020202020204" pitchFamily="34" charset="0"/>
                  <a:cs typeface="+mn-cs"/>
                </a:rPr>
                <a:t>Pengembangan fitur dapat diuji dan dievaluasi oleh pengguna. Hasil evaluasi dikumpulkan dan digunakan sebagai bahan perbaikan</a:t>
              </a:r>
            </a:p>
          </p:txBody>
        </p:sp>
        <p:sp>
          <p:nvSpPr>
            <p:cNvPr id="9232" name="TextBox 9231">
              <a:extLst>
                <a:ext uri="{FF2B5EF4-FFF2-40B4-BE49-F238E27FC236}">
                  <a16:creationId xmlns:a16="http://schemas.microsoft.com/office/drawing/2014/main" id="{DCE3322B-6B0F-0BE4-2683-83BD3CB0CE20}"/>
                </a:ext>
              </a:extLst>
            </p:cNvPr>
            <p:cNvSpPr txBox="1"/>
            <p:nvPr/>
          </p:nvSpPr>
          <p:spPr>
            <a:xfrm>
              <a:off x="5723572" y="1001352"/>
              <a:ext cx="4051527" cy="297454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9B00"/>
                  </a:solidFill>
                  <a:effectLst/>
                  <a:uLnTx/>
                  <a:uFillTx/>
                  <a:latin typeface="Albert Sans" pitchFamily="2" charset="0"/>
                  <a:ea typeface="Arial" panose="020B0604020202020204" pitchFamily="34" charset="0"/>
                  <a:cs typeface="+mn-cs"/>
                </a:rPr>
                <a:t>Pengembangan</a:t>
              </a:r>
              <a:r>
                <a:rPr kumimoji="0" lang="en-US" sz="1333" b="1" i="0" u="none" strike="noStrike" kern="1200" cap="none" spc="0" normalizeH="0" baseline="0" noProof="0" dirty="0">
                  <a:ln>
                    <a:noFill/>
                  </a:ln>
                  <a:solidFill>
                    <a:srgbClr val="009B00"/>
                  </a:solidFill>
                  <a:effectLst/>
                  <a:uLnTx/>
                  <a:uFillTx/>
                  <a:latin typeface="Albert Sans" pitchFamily="2" charset="0"/>
                  <a:ea typeface="Arial" panose="020B0604020202020204" pitchFamily="34" charset="0"/>
                  <a:cs typeface="+mn-cs"/>
                </a:rPr>
                <a:t> dan </a:t>
              </a:r>
              <a:r>
                <a:rPr kumimoji="0" lang="en-US" sz="1333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9B00"/>
                  </a:solidFill>
                  <a:effectLst/>
                  <a:uLnTx/>
                  <a:uFillTx/>
                  <a:latin typeface="Albert Sans" pitchFamily="2" charset="0"/>
                  <a:ea typeface="Arial" panose="020B0604020202020204" pitchFamily="34" charset="0"/>
                  <a:cs typeface="+mn-cs"/>
                </a:rPr>
                <a:t>Pengumpulan</a:t>
              </a:r>
              <a:r>
                <a:rPr kumimoji="0" lang="en-US" sz="1333" b="1" i="0" u="none" strike="noStrike" kern="1200" cap="none" spc="0" normalizeH="0" baseline="0" noProof="0" dirty="0">
                  <a:ln>
                    <a:noFill/>
                  </a:ln>
                  <a:solidFill>
                    <a:srgbClr val="009B00"/>
                  </a:solidFill>
                  <a:effectLst/>
                  <a:uLnTx/>
                  <a:uFillTx/>
                  <a:latin typeface="Albert Sans" pitchFamily="2" charset="0"/>
                  <a:ea typeface="Arial" panose="020B0604020202020204" pitchFamily="34" charset="0"/>
                  <a:cs typeface="+mn-cs"/>
                </a:rPr>
                <a:t> Feedback</a:t>
              </a:r>
            </a:p>
          </p:txBody>
        </p:sp>
      </p:grpSp>
      <p:grpSp>
        <p:nvGrpSpPr>
          <p:cNvPr id="9234" name="Group 9233">
            <a:extLst>
              <a:ext uri="{FF2B5EF4-FFF2-40B4-BE49-F238E27FC236}">
                <a16:creationId xmlns:a16="http://schemas.microsoft.com/office/drawing/2014/main" id="{1BEBC9A1-9CE8-5B7C-10C2-086F7D0AC3F4}"/>
              </a:ext>
            </a:extLst>
          </p:cNvPr>
          <p:cNvGrpSpPr/>
          <p:nvPr/>
        </p:nvGrpSpPr>
        <p:grpSpPr>
          <a:xfrm>
            <a:off x="3586582" y="1647579"/>
            <a:ext cx="4922072" cy="824443"/>
            <a:chOff x="5771698" y="985310"/>
            <a:chExt cx="4949459" cy="787595"/>
          </a:xfrm>
        </p:grpSpPr>
        <p:sp>
          <p:nvSpPr>
            <p:cNvPr id="9235" name="TextBox 9234">
              <a:extLst>
                <a:ext uri="{FF2B5EF4-FFF2-40B4-BE49-F238E27FC236}">
                  <a16:creationId xmlns:a16="http://schemas.microsoft.com/office/drawing/2014/main" id="{A850BC9B-80FD-3D29-903F-52E2385B36D9}"/>
                </a:ext>
              </a:extLst>
            </p:cNvPr>
            <p:cNvSpPr txBox="1"/>
            <p:nvPr/>
          </p:nvSpPr>
          <p:spPr>
            <a:xfrm>
              <a:off x="5771698" y="1311240"/>
              <a:ext cx="4949459" cy="46166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 panose="020B0604020202020204" pitchFamily="34" charset="0"/>
                  <a:cs typeface="+mn-cs"/>
                </a:rPr>
                <a:t>Pengumpulan data untuk kebutuhan sistem melalui diskusi dengan pengguna yaitu pengurus gereja, jemaat, dan pastor.</a:t>
              </a:r>
            </a:p>
          </p:txBody>
        </p:sp>
        <p:sp>
          <p:nvSpPr>
            <p:cNvPr id="9236" name="TextBox 9235">
              <a:extLst>
                <a:ext uri="{FF2B5EF4-FFF2-40B4-BE49-F238E27FC236}">
                  <a16:creationId xmlns:a16="http://schemas.microsoft.com/office/drawing/2014/main" id="{079BC68F-92A1-F26D-047D-4D76AF7B3CC1}"/>
                </a:ext>
              </a:extLst>
            </p:cNvPr>
            <p:cNvSpPr txBox="1"/>
            <p:nvPr/>
          </p:nvSpPr>
          <p:spPr>
            <a:xfrm>
              <a:off x="5787740" y="985310"/>
              <a:ext cx="4051527" cy="297454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2365C"/>
                  </a:solidFill>
                  <a:effectLst/>
                  <a:uLnTx/>
                  <a:uFillTx/>
                  <a:latin typeface="Albert Sans" pitchFamily="2" charset="0"/>
                  <a:ea typeface="Arial" panose="020B0604020202020204" pitchFamily="34" charset="0"/>
                  <a:cs typeface="+mn-cs"/>
                </a:rPr>
                <a:t>Perencanaan</a:t>
              </a:r>
              <a:r>
                <a:rPr kumimoji="0" lang="en-US" sz="1333" b="1" i="0" u="none" strike="noStrike" kern="1200" cap="none" spc="0" normalizeH="0" baseline="0" noProof="0" dirty="0">
                  <a:ln>
                    <a:noFill/>
                  </a:ln>
                  <a:solidFill>
                    <a:srgbClr val="C2365C"/>
                  </a:solidFill>
                  <a:effectLst/>
                  <a:uLnTx/>
                  <a:uFillTx/>
                  <a:latin typeface="Albert Sans" pitchFamily="2" charset="0"/>
                  <a:ea typeface="Arial" panose="020B0604020202020204" pitchFamily="34" charset="0"/>
                  <a:cs typeface="+mn-cs"/>
                </a:rPr>
                <a:t> </a:t>
              </a:r>
              <a:r>
                <a:rPr kumimoji="0" lang="en-US" sz="1333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2365C"/>
                  </a:solidFill>
                  <a:effectLst/>
                  <a:uLnTx/>
                  <a:uFillTx/>
                  <a:latin typeface="Albert Sans" pitchFamily="2" charset="0"/>
                  <a:ea typeface="Arial" panose="020B0604020202020204" pitchFamily="34" charset="0"/>
                  <a:cs typeface="+mn-cs"/>
                </a:rPr>
                <a:t>Kebutuhan</a:t>
              </a:r>
              <a:endPara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rgbClr val="C2365C"/>
                </a:solidFill>
                <a:effectLst/>
                <a:uLnTx/>
                <a:uFillTx/>
                <a:latin typeface="Albert Sans" pitchFamily="2" charset="0"/>
                <a:ea typeface="Arial" panose="020B0604020202020204" pitchFamily="34" charset="0"/>
                <a:cs typeface="+mn-cs"/>
              </a:endParaRPr>
            </a:p>
          </p:txBody>
        </p:sp>
      </p:grpSp>
      <p:grpSp>
        <p:nvGrpSpPr>
          <p:cNvPr id="9237" name="Group 9236">
            <a:extLst>
              <a:ext uri="{FF2B5EF4-FFF2-40B4-BE49-F238E27FC236}">
                <a16:creationId xmlns:a16="http://schemas.microsoft.com/office/drawing/2014/main" id="{33CD6EDD-A0B7-F3DF-0526-4A001D6D767B}"/>
              </a:ext>
            </a:extLst>
          </p:cNvPr>
          <p:cNvGrpSpPr/>
          <p:nvPr/>
        </p:nvGrpSpPr>
        <p:grpSpPr>
          <a:xfrm>
            <a:off x="3224080" y="5599879"/>
            <a:ext cx="4875731" cy="984163"/>
            <a:chOff x="5723572" y="1001352"/>
            <a:chExt cx="4051527" cy="940177"/>
          </a:xfrm>
        </p:grpSpPr>
        <p:sp>
          <p:nvSpPr>
            <p:cNvPr id="9238" name="TextBox 9237">
              <a:extLst>
                <a:ext uri="{FF2B5EF4-FFF2-40B4-BE49-F238E27FC236}">
                  <a16:creationId xmlns:a16="http://schemas.microsoft.com/office/drawing/2014/main" id="{DE2608DD-ADA2-E583-5F75-EA5615C3197E}"/>
                </a:ext>
              </a:extLst>
            </p:cNvPr>
            <p:cNvSpPr txBox="1"/>
            <p:nvPr/>
          </p:nvSpPr>
          <p:spPr>
            <a:xfrm>
              <a:off x="5723572" y="1110532"/>
              <a:ext cx="4051527" cy="830997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 panose="020B0604020202020204" pitchFamily="34" charset="0"/>
                  <a:cs typeface="+mn-cs"/>
                </a:rPr>
                <a:t>mplementasi dilakukan secara bertahap, mulai dari fitur-fitur dasar yang kemudian dilanjutkan dengan penambahan fitur tambahan berdasarkan hasil feedback yang telah diterapkan</a:t>
              </a:r>
            </a:p>
          </p:txBody>
        </p:sp>
        <p:sp>
          <p:nvSpPr>
            <p:cNvPr id="9239" name="TextBox 9238">
              <a:extLst>
                <a:ext uri="{FF2B5EF4-FFF2-40B4-BE49-F238E27FC236}">
                  <a16:creationId xmlns:a16="http://schemas.microsoft.com/office/drawing/2014/main" id="{AEC9C019-7265-FEC8-FCFB-E6E80AF7F91E}"/>
                </a:ext>
              </a:extLst>
            </p:cNvPr>
            <p:cNvSpPr txBox="1"/>
            <p:nvPr/>
          </p:nvSpPr>
          <p:spPr>
            <a:xfrm>
              <a:off x="5723572" y="1001352"/>
              <a:ext cx="4051527" cy="297454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333" b="1" dirty="0" err="1">
                  <a:solidFill>
                    <a:srgbClr val="7030A0"/>
                  </a:solidFill>
                  <a:latin typeface="Albert Sans" pitchFamily="2" charset="0"/>
                  <a:ea typeface="Arial" panose="020B0604020202020204" pitchFamily="34" charset="0"/>
                </a:rPr>
                <a:t>Implementasi</a:t>
              </a:r>
              <a:endParaRPr kumimoji="0" lang="id-ID" sz="1333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lbert Sans" pitchFamily="2" charset="0"/>
                <a:ea typeface="Arial" panose="020B0604020202020204" pitchFamily="34" charset="0"/>
                <a:cs typeface="+mn-cs"/>
              </a:endParaRPr>
            </a:p>
          </p:txBody>
        </p:sp>
      </p:grpSp>
      <p:grpSp>
        <p:nvGrpSpPr>
          <p:cNvPr id="9240" name="Group 9239">
            <a:extLst>
              <a:ext uri="{FF2B5EF4-FFF2-40B4-BE49-F238E27FC236}">
                <a16:creationId xmlns:a16="http://schemas.microsoft.com/office/drawing/2014/main" id="{E63E54DF-FC7E-A535-0681-E9E96034BA99}"/>
              </a:ext>
            </a:extLst>
          </p:cNvPr>
          <p:cNvGrpSpPr/>
          <p:nvPr/>
        </p:nvGrpSpPr>
        <p:grpSpPr>
          <a:xfrm>
            <a:off x="3223258" y="3074862"/>
            <a:ext cx="4728072" cy="723688"/>
            <a:chOff x="5723572" y="1097604"/>
            <a:chExt cx="4051527" cy="691343"/>
          </a:xfrm>
        </p:grpSpPr>
        <p:sp>
          <p:nvSpPr>
            <p:cNvPr id="9241" name="TextBox 9240">
              <a:extLst>
                <a:ext uri="{FF2B5EF4-FFF2-40B4-BE49-F238E27FC236}">
                  <a16:creationId xmlns:a16="http://schemas.microsoft.com/office/drawing/2014/main" id="{9220565B-1494-2CB8-4E5D-2F6FA0E199E4}"/>
                </a:ext>
              </a:extLst>
            </p:cNvPr>
            <p:cNvSpPr txBox="1"/>
            <p:nvPr/>
          </p:nvSpPr>
          <p:spPr>
            <a:xfrm>
              <a:off x="5723572" y="1327282"/>
              <a:ext cx="4051527" cy="46166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v-SE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Albert Sans" pitchFamily="2" charset="0"/>
                  <a:ea typeface="Arial" panose="020B0604020202020204" pitchFamily="34" charset="0"/>
                  <a:cs typeface="+mn-cs"/>
                </a:rPr>
                <a:t>Perancangan sistem sesuai kebutuhan berdasarkan hasil diskusi yang telah disimpulkan.</a:t>
              </a:r>
            </a:p>
          </p:txBody>
        </p:sp>
        <p:sp>
          <p:nvSpPr>
            <p:cNvPr id="9242" name="TextBox 9241">
              <a:extLst>
                <a:ext uri="{FF2B5EF4-FFF2-40B4-BE49-F238E27FC236}">
                  <a16:creationId xmlns:a16="http://schemas.microsoft.com/office/drawing/2014/main" id="{155D454F-452F-AAA3-2ABF-12CEAAAF99F7}"/>
                </a:ext>
              </a:extLst>
            </p:cNvPr>
            <p:cNvSpPr txBox="1"/>
            <p:nvPr/>
          </p:nvSpPr>
          <p:spPr>
            <a:xfrm>
              <a:off x="5723572" y="1097604"/>
              <a:ext cx="4051527" cy="297454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333" b="1" dirty="0">
                  <a:solidFill>
                    <a:srgbClr val="5B9BD5">
                      <a:lumMod val="50000"/>
                    </a:srgbClr>
                  </a:solidFill>
                  <a:latin typeface="Albert Sans" pitchFamily="2" charset="0"/>
                  <a:ea typeface="Arial" panose="020B0604020202020204" pitchFamily="34" charset="0"/>
                </a:rPr>
                <a:t>Desain </a:t>
              </a:r>
              <a:r>
                <a:rPr lang="en-US" sz="1333" b="1" dirty="0" err="1">
                  <a:solidFill>
                    <a:srgbClr val="5B9BD5">
                      <a:lumMod val="50000"/>
                    </a:srgbClr>
                  </a:solidFill>
                  <a:latin typeface="Albert Sans" pitchFamily="2" charset="0"/>
                  <a:ea typeface="Arial" panose="020B0604020202020204" pitchFamily="34" charset="0"/>
                </a:rPr>
                <a:t>Sistem</a:t>
              </a:r>
              <a:endParaRPr kumimoji="0" lang="id-ID" sz="1333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lbert Sans" pitchFamily="2" charset="0"/>
                <a:ea typeface="Arial" panose="020B0604020202020204" pitchFamily="34" charset="0"/>
                <a:cs typeface="+mn-cs"/>
              </a:endParaRPr>
            </a:p>
          </p:txBody>
        </p:sp>
      </p:grpSp>
      <p:pic>
        <p:nvPicPr>
          <p:cNvPr id="18" name="Picture 2">
            <a:extLst>
              <a:ext uri="{FF2B5EF4-FFF2-40B4-BE49-F238E27FC236}">
                <a16:creationId xmlns:a16="http://schemas.microsoft.com/office/drawing/2014/main" id="{DFD09F22-3039-67FA-ECCC-CA13DB439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36374" y="137877"/>
            <a:ext cx="596164" cy="59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518FAD7-22AC-4ABF-A0BF-9FD1EF034D35}"/>
              </a:ext>
            </a:extLst>
          </p:cNvPr>
          <p:cNvSpPr/>
          <p:nvPr/>
        </p:nvSpPr>
        <p:spPr>
          <a:xfrm flipH="1" flipV="1">
            <a:off x="-1893820" y="-9333443"/>
            <a:ext cx="13979072" cy="8924048"/>
          </a:xfrm>
          <a:custGeom>
            <a:avLst/>
            <a:gdLst>
              <a:gd name="connsiteX0" fmla="*/ 14426439 w 14426439"/>
              <a:gd name="connsiteY0" fmla="*/ 8924048 h 8924048"/>
              <a:gd name="connsiteX1" fmla="*/ 0 w 14426439"/>
              <a:gd name="connsiteY1" fmla="*/ 8924048 h 8924048"/>
              <a:gd name="connsiteX2" fmla="*/ 0 w 14426439"/>
              <a:gd name="connsiteY2" fmla="*/ 1607761 h 8924048"/>
              <a:gd name="connsiteX3" fmla="*/ 0 w 14426439"/>
              <a:gd name="connsiteY3" fmla="*/ 1283665 h 8924048"/>
              <a:gd name="connsiteX4" fmla="*/ 0 w 14426439"/>
              <a:gd name="connsiteY4" fmla="*/ 1027483 h 8924048"/>
              <a:gd name="connsiteX5" fmla="*/ 9453972 w 14426439"/>
              <a:gd name="connsiteY5" fmla="*/ 1027483 h 8924048"/>
              <a:gd name="connsiteX6" fmla="*/ 9453972 w 14426439"/>
              <a:gd name="connsiteY6" fmla="*/ 1020389 h 8924048"/>
              <a:gd name="connsiteX7" fmla="*/ 11106735 w 14426439"/>
              <a:gd name="connsiteY7" fmla="*/ 185684 h 8924048"/>
              <a:gd name="connsiteX8" fmla="*/ 11110674 w 14426439"/>
              <a:gd name="connsiteY8" fmla="*/ 184088 h 8924048"/>
              <a:gd name="connsiteX9" fmla="*/ 11122288 w 14426439"/>
              <a:gd name="connsiteY9" fmla="*/ 176296 h 8924048"/>
              <a:gd name="connsiteX10" fmla="*/ 11890928 w 14426439"/>
              <a:gd name="connsiteY10" fmla="*/ 0 h 8924048"/>
              <a:gd name="connsiteX11" fmla="*/ 11941803 w 14426439"/>
              <a:gd name="connsiteY11" fmla="*/ 0 h 8924048"/>
              <a:gd name="connsiteX12" fmla="*/ 14426439 w 14426439"/>
              <a:gd name="connsiteY12" fmla="*/ 0 h 8924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26439" h="8924048">
                <a:moveTo>
                  <a:pt x="14426439" y="8924048"/>
                </a:moveTo>
                <a:lnTo>
                  <a:pt x="0" y="8924048"/>
                </a:lnTo>
                <a:lnTo>
                  <a:pt x="0" y="1607761"/>
                </a:lnTo>
                <a:lnTo>
                  <a:pt x="0" y="1283665"/>
                </a:lnTo>
                <a:lnTo>
                  <a:pt x="0" y="1027483"/>
                </a:lnTo>
                <a:lnTo>
                  <a:pt x="9453972" y="1027483"/>
                </a:lnTo>
                <a:lnTo>
                  <a:pt x="9453972" y="1020389"/>
                </a:lnTo>
                <a:cubicBezTo>
                  <a:pt x="10323133" y="1020389"/>
                  <a:pt x="10640581" y="411029"/>
                  <a:pt x="11106735" y="185684"/>
                </a:cubicBezTo>
                <a:lnTo>
                  <a:pt x="11110674" y="184088"/>
                </a:lnTo>
                <a:lnTo>
                  <a:pt x="11122288" y="176296"/>
                </a:lnTo>
                <a:cubicBezTo>
                  <a:pt x="11318996" y="67371"/>
                  <a:pt x="11590753" y="0"/>
                  <a:pt x="11890928" y="0"/>
                </a:cubicBezTo>
                <a:lnTo>
                  <a:pt x="11941803" y="0"/>
                </a:lnTo>
                <a:lnTo>
                  <a:pt x="14426439" y="0"/>
                </a:lnTo>
                <a:close/>
              </a:path>
            </a:pathLst>
          </a:custGeom>
          <a:gradFill>
            <a:gsLst>
              <a:gs pos="0">
                <a:srgbClr val="14265E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46" name="!!Freeform: Shape 19459">
            <a:extLst>
              <a:ext uri="{FF2B5EF4-FFF2-40B4-BE49-F238E27FC236}">
                <a16:creationId xmlns:a16="http://schemas.microsoft.com/office/drawing/2014/main" id="{65D78EF1-493D-CE01-1A5F-4DB7DA3176A6}"/>
              </a:ext>
            </a:extLst>
          </p:cNvPr>
          <p:cNvSpPr/>
          <p:nvPr/>
        </p:nvSpPr>
        <p:spPr>
          <a:xfrm>
            <a:off x="5215346" y="7414305"/>
            <a:ext cx="37549590" cy="10858225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45" name="TextBox 27">
            <a:extLst>
              <a:ext uri="{FF2B5EF4-FFF2-40B4-BE49-F238E27FC236}">
                <a16:creationId xmlns:a16="http://schemas.microsoft.com/office/drawing/2014/main" id="{906A3CC5-7CB8-D5CD-A4B6-98E1D0697884}"/>
              </a:ext>
            </a:extLst>
          </p:cNvPr>
          <p:cNvSpPr txBox="1"/>
          <p:nvPr/>
        </p:nvSpPr>
        <p:spPr>
          <a:xfrm>
            <a:off x="2862991" y="589489"/>
            <a:ext cx="6396271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60963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1" i="0" u="none" strike="noStrike" cap="none" spc="0" normalizeH="0" baseline="0">
                <a:ln>
                  <a:noFill/>
                </a:ln>
                <a:solidFill>
                  <a:srgbClr val="D6A11A"/>
                </a:solidFill>
                <a:effectLst/>
                <a:uLnTx/>
                <a:uFillTx/>
                <a:latin typeface="Albert Sans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 err="1">
                <a:solidFill>
                  <a:srgbClr val="FFFF00"/>
                </a:solidFill>
              </a:rPr>
              <a:t>Tahapan</a:t>
            </a:r>
            <a:r>
              <a:rPr lang="en-US" sz="2800" dirty="0">
                <a:solidFill>
                  <a:srgbClr val="FFFF00"/>
                </a:solidFill>
              </a:rPr>
              <a:t> </a:t>
            </a:r>
            <a:r>
              <a:rPr lang="en-US" sz="2800" dirty="0" err="1">
                <a:solidFill>
                  <a:srgbClr val="FFFF00"/>
                </a:solidFill>
              </a:rPr>
              <a:t>Pengembangan</a:t>
            </a:r>
            <a:r>
              <a:rPr lang="en-US" sz="2800" dirty="0">
                <a:solidFill>
                  <a:srgbClr val="FFFF00"/>
                </a:solidFill>
              </a:rPr>
              <a:t> RAD</a:t>
            </a:r>
          </a:p>
        </p:txBody>
      </p:sp>
    </p:spTree>
    <p:extLst>
      <p:ext uri="{BB962C8B-B14F-4D97-AF65-F5344CB8AC3E}">
        <p14:creationId xmlns:p14="http://schemas.microsoft.com/office/powerpoint/2010/main" val="2561018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4265E"/>
            </a:gs>
            <a:gs pos="100000">
              <a:srgbClr val="00206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8AC0CC9B-A870-127E-A0F4-35B7F2FFB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53010" y="-1402148"/>
            <a:ext cx="11013530" cy="826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8BD3652-E66F-A112-C663-C4B4AE752ED3}"/>
              </a:ext>
            </a:extLst>
          </p:cNvPr>
          <p:cNvSpPr/>
          <p:nvPr/>
        </p:nvSpPr>
        <p:spPr>
          <a:xfrm>
            <a:off x="53010" y="-954372"/>
            <a:ext cx="12538981" cy="7810903"/>
          </a:xfrm>
          <a:prstGeom prst="rect">
            <a:avLst/>
          </a:prstGeom>
          <a:gradFill flip="none" rotWithShape="1">
            <a:gsLst>
              <a:gs pos="13000">
                <a:srgbClr val="14265E">
                  <a:alpha val="94000"/>
                </a:srgbClr>
              </a:gs>
              <a:gs pos="100000">
                <a:srgbClr val="002060">
                  <a:alpha val="66000"/>
                </a:srgbClr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460" name="!!Freeform: Shape 19459">
            <a:extLst>
              <a:ext uri="{FF2B5EF4-FFF2-40B4-BE49-F238E27FC236}">
                <a16:creationId xmlns:a16="http://schemas.microsoft.com/office/drawing/2014/main" id="{36C7DCF8-6D9D-1589-B075-FEF89FE5571F}"/>
              </a:ext>
            </a:extLst>
          </p:cNvPr>
          <p:cNvSpPr/>
          <p:nvPr/>
        </p:nvSpPr>
        <p:spPr>
          <a:xfrm>
            <a:off x="-7990454" y="5702575"/>
            <a:ext cx="37549590" cy="10858225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58" name="!!Oval 9257">
            <a:extLst>
              <a:ext uri="{FF2B5EF4-FFF2-40B4-BE49-F238E27FC236}">
                <a16:creationId xmlns:a16="http://schemas.microsoft.com/office/drawing/2014/main" id="{108B51B6-308B-2F06-0E40-998B76DA291E}"/>
              </a:ext>
            </a:extLst>
          </p:cNvPr>
          <p:cNvSpPr/>
          <p:nvPr/>
        </p:nvSpPr>
        <p:spPr>
          <a:xfrm>
            <a:off x="7585631" y="1351725"/>
            <a:ext cx="3198710" cy="3198710"/>
          </a:xfrm>
          <a:prstGeom prst="ellipse">
            <a:avLst/>
          </a:prstGeom>
          <a:gradFill flip="none" rotWithShape="1">
            <a:gsLst>
              <a:gs pos="100000">
                <a:srgbClr val="0070C0"/>
              </a:gs>
              <a:gs pos="0">
                <a:schemeClr val="accent5">
                  <a:lumMod val="50000"/>
                </a:schemeClr>
              </a:gs>
            </a:gsLst>
            <a:lin ang="18900000" scaled="1"/>
            <a:tileRect/>
          </a:gradFill>
          <a:ln w="38100">
            <a:solidFill>
              <a:schemeClr val="accent5">
                <a:lumMod val="75000"/>
              </a:schemeClr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58" name="!!Picture 2">
            <a:extLst>
              <a:ext uri="{FF2B5EF4-FFF2-40B4-BE49-F238E27FC236}">
                <a16:creationId xmlns:a16="http://schemas.microsoft.com/office/drawing/2014/main" id="{555DCB40-F115-47E3-044D-3FD456FCE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932413" y="1693780"/>
            <a:ext cx="2505145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45" name="TextBox 9244">
            <a:extLst>
              <a:ext uri="{FF2B5EF4-FFF2-40B4-BE49-F238E27FC236}">
                <a16:creationId xmlns:a16="http://schemas.microsoft.com/office/drawing/2014/main" id="{B8FAB424-B7CF-8CEC-4685-CBFB1E8F4EBE}"/>
              </a:ext>
            </a:extLst>
          </p:cNvPr>
          <p:cNvSpPr txBox="1"/>
          <p:nvPr/>
        </p:nvSpPr>
        <p:spPr>
          <a:xfrm>
            <a:off x="1099485" y="2727926"/>
            <a:ext cx="66595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bert Sans" pitchFamily="2" charset="0"/>
                <a:ea typeface="+mn-ea"/>
                <a:cs typeface="+mn-cs"/>
              </a:rPr>
              <a:t>TERIMA KASIH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lbert Sans" pitchFamily="2" charset="0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41622D6-475E-CAD9-0D71-8423369A8D5A}"/>
              </a:ext>
            </a:extLst>
          </p:cNvPr>
          <p:cNvSpPr/>
          <p:nvPr/>
        </p:nvSpPr>
        <p:spPr>
          <a:xfrm flipH="1" flipV="1">
            <a:off x="-1472440" y="-7512041"/>
            <a:ext cx="14426439" cy="8924048"/>
          </a:xfrm>
          <a:custGeom>
            <a:avLst/>
            <a:gdLst>
              <a:gd name="connsiteX0" fmla="*/ 14426439 w 14426439"/>
              <a:gd name="connsiteY0" fmla="*/ 8924048 h 8924048"/>
              <a:gd name="connsiteX1" fmla="*/ 0 w 14426439"/>
              <a:gd name="connsiteY1" fmla="*/ 8924048 h 8924048"/>
              <a:gd name="connsiteX2" fmla="*/ 0 w 14426439"/>
              <a:gd name="connsiteY2" fmla="*/ 1607761 h 8924048"/>
              <a:gd name="connsiteX3" fmla="*/ 0 w 14426439"/>
              <a:gd name="connsiteY3" fmla="*/ 1283665 h 8924048"/>
              <a:gd name="connsiteX4" fmla="*/ 0 w 14426439"/>
              <a:gd name="connsiteY4" fmla="*/ 1027483 h 8924048"/>
              <a:gd name="connsiteX5" fmla="*/ 9453972 w 14426439"/>
              <a:gd name="connsiteY5" fmla="*/ 1027483 h 8924048"/>
              <a:gd name="connsiteX6" fmla="*/ 9453972 w 14426439"/>
              <a:gd name="connsiteY6" fmla="*/ 1020389 h 8924048"/>
              <a:gd name="connsiteX7" fmla="*/ 11106735 w 14426439"/>
              <a:gd name="connsiteY7" fmla="*/ 185684 h 8924048"/>
              <a:gd name="connsiteX8" fmla="*/ 11110674 w 14426439"/>
              <a:gd name="connsiteY8" fmla="*/ 184088 h 8924048"/>
              <a:gd name="connsiteX9" fmla="*/ 11122288 w 14426439"/>
              <a:gd name="connsiteY9" fmla="*/ 176296 h 8924048"/>
              <a:gd name="connsiteX10" fmla="*/ 11890928 w 14426439"/>
              <a:gd name="connsiteY10" fmla="*/ 0 h 8924048"/>
              <a:gd name="connsiteX11" fmla="*/ 11941803 w 14426439"/>
              <a:gd name="connsiteY11" fmla="*/ 0 h 8924048"/>
              <a:gd name="connsiteX12" fmla="*/ 14426439 w 14426439"/>
              <a:gd name="connsiteY12" fmla="*/ 0 h 8924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26439" h="8924048">
                <a:moveTo>
                  <a:pt x="14426439" y="8924048"/>
                </a:moveTo>
                <a:lnTo>
                  <a:pt x="0" y="8924048"/>
                </a:lnTo>
                <a:lnTo>
                  <a:pt x="0" y="1607761"/>
                </a:lnTo>
                <a:lnTo>
                  <a:pt x="0" y="1283665"/>
                </a:lnTo>
                <a:lnTo>
                  <a:pt x="0" y="1027483"/>
                </a:lnTo>
                <a:lnTo>
                  <a:pt x="9453972" y="1027483"/>
                </a:lnTo>
                <a:lnTo>
                  <a:pt x="9453972" y="1020389"/>
                </a:lnTo>
                <a:cubicBezTo>
                  <a:pt x="10323133" y="1020389"/>
                  <a:pt x="10640581" y="411029"/>
                  <a:pt x="11106735" y="185684"/>
                </a:cubicBezTo>
                <a:lnTo>
                  <a:pt x="11110674" y="184088"/>
                </a:lnTo>
                <a:lnTo>
                  <a:pt x="11122288" y="176296"/>
                </a:lnTo>
                <a:cubicBezTo>
                  <a:pt x="11318996" y="67371"/>
                  <a:pt x="11590753" y="0"/>
                  <a:pt x="11890928" y="0"/>
                </a:cubicBezTo>
                <a:lnTo>
                  <a:pt x="11941803" y="0"/>
                </a:lnTo>
                <a:lnTo>
                  <a:pt x="14426439" y="0"/>
                </a:lnTo>
                <a:close/>
              </a:path>
            </a:pathLst>
          </a:custGeom>
          <a:solidFill>
            <a:srgbClr val="22497C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0858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10257</TotalTime>
  <Words>938</Words>
  <Application>Microsoft Office PowerPoint</Application>
  <PresentationFormat>Widescreen</PresentationFormat>
  <Paragraphs>134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Arial</vt:lpstr>
      <vt:lpstr>Albert Sans</vt:lpstr>
      <vt:lpstr>Albert Sans Black</vt:lpstr>
      <vt:lpstr>Calibri Light</vt:lpstr>
      <vt:lpstr>Albert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KUALITAS PELAYANAN PERUSAHAAN DAERAH AIR MINUM (PDAM) DALAM PENYEDIAAN AIR BERSIH KEPADA MASYARAKAT DI KOTA SAMPIT, KABUPATEN KOTAWARINGIN TIMUR, PROVINSI KALIMANTAN TENGAH  (Studi Kasus: PDAM Unit Bagendang)</dc:title>
  <dc:creator>Fengky Adji</dc:creator>
  <cp:lastModifiedBy>maydupiastriturnip05@gmail.com</cp:lastModifiedBy>
  <cp:revision>102</cp:revision>
  <dcterms:created xsi:type="dcterms:W3CDTF">2024-04-03T12:18:01Z</dcterms:created>
  <dcterms:modified xsi:type="dcterms:W3CDTF">2025-03-20T08:21:29Z</dcterms:modified>
</cp:coreProperties>
</file>