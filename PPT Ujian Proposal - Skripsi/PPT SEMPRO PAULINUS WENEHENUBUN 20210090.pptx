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71" r:id="rId5"/>
    <p:sldId id="272" r:id="rId6"/>
    <p:sldId id="259" r:id="rId7"/>
    <p:sldId id="260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18288000" cy="10287000"/>
  <p:notesSz cx="6858000" cy="9144000"/>
  <p:embeddedFontLs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Glacial Indifference" panose="020B0604020202020204" charset="0"/>
      <p:regular r:id="rId22"/>
    </p:embeddedFont>
    <p:embeddedFont>
      <p:font typeface="Glacial Indifference Bold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A29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536" y="45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svg"/><Relationship Id="rId5" Type="http://schemas.openxmlformats.org/officeDocument/2006/relationships/image" Target="../media/image13.sv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2.svg"/><Relationship Id="rId7" Type="http://schemas.openxmlformats.org/officeDocument/2006/relationships/image" Target="../media/image11.svg"/><Relationship Id="rId12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24.svg"/><Relationship Id="rId5" Type="http://schemas.openxmlformats.org/officeDocument/2006/relationships/image" Target="../media/image19.svg"/><Relationship Id="rId10" Type="http://schemas.openxmlformats.org/officeDocument/2006/relationships/image" Target="../media/image23.png"/><Relationship Id="rId4" Type="http://schemas.openxmlformats.org/officeDocument/2006/relationships/image" Target="../media/image18.png"/><Relationship Id="rId9" Type="http://schemas.openxmlformats.org/officeDocument/2006/relationships/image" Target="../media/image1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32.svg"/><Relationship Id="rId3" Type="http://schemas.openxmlformats.org/officeDocument/2006/relationships/image" Target="../media/image26.svg"/><Relationship Id="rId7" Type="http://schemas.openxmlformats.org/officeDocument/2006/relationships/image" Target="../media/image11.svg"/><Relationship Id="rId12" Type="http://schemas.openxmlformats.org/officeDocument/2006/relationships/image" Target="../media/image31.png"/><Relationship Id="rId2" Type="http://schemas.openxmlformats.org/officeDocument/2006/relationships/image" Target="../media/image25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30.svg"/><Relationship Id="rId5" Type="http://schemas.openxmlformats.org/officeDocument/2006/relationships/image" Target="../media/image28.svg"/><Relationship Id="rId15" Type="http://schemas.openxmlformats.org/officeDocument/2006/relationships/image" Target="../media/image34.svg"/><Relationship Id="rId10" Type="http://schemas.openxmlformats.org/officeDocument/2006/relationships/image" Target="../media/image29.png"/><Relationship Id="rId4" Type="http://schemas.openxmlformats.org/officeDocument/2006/relationships/image" Target="../media/image27.png"/><Relationship Id="rId9" Type="http://schemas.openxmlformats.org/officeDocument/2006/relationships/image" Target="../media/image13.svg"/><Relationship Id="rId14" Type="http://schemas.openxmlformats.org/officeDocument/2006/relationships/image" Target="../media/image3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18" Type="http://schemas.openxmlformats.org/officeDocument/2006/relationships/image" Target="../media/image20.pn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17" Type="http://schemas.openxmlformats.org/officeDocument/2006/relationships/image" Target="../media/image46.svg"/><Relationship Id="rId2" Type="http://schemas.openxmlformats.org/officeDocument/2006/relationships/image" Target="../media/image35.png"/><Relationship Id="rId16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5" Type="http://schemas.openxmlformats.org/officeDocument/2006/relationships/image" Target="../media/image44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Relationship Id="rId14" Type="http://schemas.openxmlformats.org/officeDocument/2006/relationships/image" Target="../media/image4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1.svg"/><Relationship Id="rId7" Type="http://schemas.openxmlformats.org/officeDocument/2006/relationships/image" Target="../media/image48.sv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.png"/><Relationship Id="rId11" Type="http://schemas.openxmlformats.org/officeDocument/2006/relationships/image" Target="../media/image52.svg"/><Relationship Id="rId5" Type="http://schemas.openxmlformats.org/officeDocument/2006/relationships/image" Target="../media/image13.svg"/><Relationship Id="rId10" Type="http://schemas.openxmlformats.org/officeDocument/2006/relationships/image" Target="../media/image51.png"/><Relationship Id="rId4" Type="http://schemas.openxmlformats.org/officeDocument/2006/relationships/image" Target="../media/image12.png"/><Relationship Id="rId9" Type="http://schemas.openxmlformats.org/officeDocument/2006/relationships/image" Target="../media/image5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13" Type="http://schemas.openxmlformats.org/officeDocument/2006/relationships/image" Target="../media/image64.svg"/><Relationship Id="rId3" Type="http://schemas.openxmlformats.org/officeDocument/2006/relationships/image" Target="../media/image54.svg"/><Relationship Id="rId7" Type="http://schemas.openxmlformats.org/officeDocument/2006/relationships/image" Target="../media/image58.svg"/><Relationship Id="rId12" Type="http://schemas.openxmlformats.org/officeDocument/2006/relationships/image" Target="../media/image63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7.png"/><Relationship Id="rId11" Type="http://schemas.openxmlformats.org/officeDocument/2006/relationships/image" Target="../media/image62.svg"/><Relationship Id="rId5" Type="http://schemas.openxmlformats.org/officeDocument/2006/relationships/image" Target="../media/image56.svg"/><Relationship Id="rId10" Type="http://schemas.openxmlformats.org/officeDocument/2006/relationships/image" Target="../media/image61.png"/><Relationship Id="rId4" Type="http://schemas.openxmlformats.org/officeDocument/2006/relationships/image" Target="../media/image55.png"/><Relationship Id="rId9" Type="http://schemas.openxmlformats.org/officeDocument/2006/relationships/image" Target="../media/image60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46.svg"/><Relationship Id="rId18" Type="http://schemas.openxmlformats.org/officeDocument/2006/relationships/image" Target="../media/image73.png"/><Relationship Id="rId3" Type="http://schemas.openxmlformats.org/officeDocument/2006/relationships/image" Target="../media/image11.svg"/><Relationship Id="rId21" Type="http://schemas.openxmlformats.org/officeDocument/2006/relationships/image" Target="../media/image24.svg"/><Relationship Id="rId7" Type="http://schemas.openxmlformats.org/officeDocument/2006/relationships/image" Target="../media/image66.svg"/><Relationship Id="rId12" Type="http://schemas.openxmlformats.org/officeDocument/2006/relationships/image" Target="../media/image45.png"/><Relationship Id="rId17" Type="http://schemas.openxmlformats.org/officeDocument/2006/relationships/image" Target="../media/image72.svg"/><Relationship Id="rId2" Type="http://schemas.openxmlformats.org/officeDocument/2006/relationships/image" Target="../media/image10.png"/><Relationship Id="rId16" Type="http://schemas.openxmlformats.org/officeDocument/2006/relationships/image" Target="../media/image71.png"/><Relationship Id="rId20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5.png"/><Relationship Id="rId11" Type="http://schemas.openxmlformats.org/officeDocument/2006/relationships/image" Target="../media/image44.svg"/><Relationship Id="rId5" Type="http://schemas.openxmlformats.org/officeDocument/2006/relationships/image" Target="../media/image13.svg"/><Relationship Id="rId15" Type="http://schemas.openxmlformats.org/officeDocument/2006/relationships/image" Target="../media/image70.svg"/><Relationship Id="rId23" Type="http://schemas.openxmlformats.org/officeDocument/2006/relationships/image" Target="../media/image76.svg"/><Relationship Id="rId10" Type="http://schemas.openxmlformats.org/officeDocument/2006/relationships/image" Target="../media/image43.png"/><Relationship Id="rId19" Type="http://schemas.openxmlformats.org/officeDocument/2006/relationships/image" Target="../media/image74.svg"/><Relationship Id="rId4" Type="http://schemas.openxmlformats.org/officeDocument/2006/relationships/image" Target="../media/image12.png"/><Relationship Id="rId9" Type="http://schemas.openxmlformats.org/officeDocument/2006/relationships/image" Target="../media/image68.svg"/><Relationship Id="rId14" Type="http://schemas.openxmlformats.org/officeDocument/2006/relationships/image" Target="../media/image69.png"/><Relationship Id="rId22" Type="http://schemas.openxmlformats.org/officeDocument/2006/relationships/image" Target="../media/image7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80.svg"/><Relationship Id="rId3" Type="http://schemas.openxmlformats.org/officeDocument/2006/relationships/image" Target="../media/image28.svg"/><Relationship Id="rId7" Type="http://schemas.openxmlformats.org/officeDocument/2006/relationships/image" Target="../media/image11.svg"/><Relationship Id="rId12" Type="http://schemas.openxmlformats.org/officeDocument/2006/relationships/image" Target="../media/image7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9.svg"/><Relationship Id="rId5" Type="http://schemas.openxmlformats.org/officeDocument/2006/relationships/image" Target="../media/image78.svg"/><Relationship Id="rId10" Type="http://schemas.openxmlformats.org/officeDocument/2006/relationships/image" Target="../media/image18.png"/><Relationship Id="rId4" Type="http://schemas.openxmlformats.org/officeDocument/2006/relationships/image" Target="../media/image77.png"/><Relationship Id="rId9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82.svg"/><Relationship Id="rId3" Type="http://schemas.openxmlformats.org/officeDocument/2006/relationships/image" Target="../media/image8.svg"/><Relationship Id="rId7" Type="http://schemas.openxmlformats.org/officeDocument/2006/relationships/image" Target="../media/image64.svg"/><Relationship Id="rId12" Type="http://schemas.openxmlformats.org/officeDocument/2006/relationships/image" Target="../media/image8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.png"/><Relationship Id="rId11" Type="http://schemas.openxmlformats.org/officeDocument/2006/relationships/image" Target="../media/image13.svg"/><Relationship Id="rId5" Type="http://schemas.openxmlformats.org/officeDocument/2006/relationships/image" Target="../media/image62.svg"/><Relationship Id="rId10" Type="http://schemas.openxmlformats.org/officeDocument/2006/relationships/image" Target="../media/image12.png"/><Relationship Id="rId4" Type="http://schemas.openxmlformats.org/officeDocument/2006/relationships/image" Target="../media/image61.png"/><Relationship Id="rId9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70.svg"/><Relationship Id="rId3" Type="http://schemas.openxmlformats.org/officeDocument/2006/relationships/image" Target="../media/image19.svg"/><Relationship Id="rId7" Type="http://schemas.openxmlformats.org/officeDocument/2006/relationships/image" Target="../media/image11.svg"/><Relationship Id="rId12" Type="http://schemas.openxmlformats.org/officeDocument/2006/relationships/image" Target="../media/image69.png"/><Relationship Id="rId17" Type="http://schemas.openxmlformats.org/officeDocument/2006/relationships/image" Target="../media/image80.svg"/><Relationship Id="rId2" Type="http://schemas.openxmlformats.org/officeDocument/2006/relationships/image" Target="../media/image18.png"/><Relationship Id="rId16" Type="http://schemas.openxmlformats.org/officeDocument/2006/relationships/image" Target="../media/image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84.svg"/><Relationship Id="rId5" Type="http://schemas.openxmlformats.org/officeDocument/2006/relationships/image" Target="../media/image64.svg"/><Relationship Id="rId15" Type="http://schemas.openxmlformats.org/officeDocument/2006/relationships/image" Target="../media/image24.svg"/><Relationship Id="rId10" Type="http://schemas.openxmlformats.org/officeDocument/2006/relationships/image" Target="../media/image83.png"/><Relationship Id="rId4" Type="http://schemas.openxmlformats.org/officeDocument/2006/relationships/image" Target="../media/image63.png"/><Relationship Id="rId9" Type="http://schemas.openxmlformats.org/officeDocument/2006/relationships/image" Target="../media/image13.svg"/><Relationship Id="rId1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76.svg"/><Relationship Id="rId3" Type="http://schemas.openxmlformats.org/officeDocument/2006/relationships/image" Target="../media/image85.svg"/><Relationship Id="rId7" Type="http://schemas.openxmlformats.org/officeDocument/2006/relationships/image" Target="../media/image13.svg"/><Relationship Id="rId12" Type="http://schemas.openxmlformats.org/officeDocument/2006/relationships/image" Target="../media/image7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89.svg"/><Relationship Id="rId5" Type="http://schemas.openxmlformats.org/officeDocument/2006/relationships/image" Target="../media/image11.svg"/><Relationship Id="rId10" Type="http://schemas.openxmlformats.org/officeDocument/2006/relationships/image" Target="../media/image88.png"/><Relationship Id="rId4" Type="http://schemas.openxmlformats.org/officeDocument/2006/relationships/image" Target="../media/image10.png"/><Relationship Id="rId9" Type="http://schemas.openxmlformats.org/officeDocument/2006/relationships/image" Target="../media/image8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42.svg"/><Relationship Id="rId3" Type="http://schemas.openxmlformats.org/officeDocument/2006/relationships/image" Target="../media/image36.svg"/><Relationship Id="rId7" Type="http://schemas.openxmlformats.org/officeDocument/2006/relationships/image" Target="../media/image11.svg"/><Relationship Id="rId12" Type="http://schemas.openxmlformats.org/officeDocument/2006/relationships/image" Target="../media/image4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40.svg"/><Relationship Id="rId5" Type="http://schemas.openxmlformats.org/officeDocument/2006/relationships/image" Target="../media/image38.svg"/><Relationship Id="rId10" Type="http://schemas.openxmlformats.org/officeDocument/2006/relationships/image" Target="../media/image39.png"/><Relationship Id="rId4" Type="http://schemas.openxmlformats.org/officeDocument/2006/relationships/image" Target="../media/image37.png"/><Relationship Id="rId9" Type="http://schemas.openxmlformats.org/officeDocument/2006/relationships/image" Target="../media/image1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jpeg"/><Relationship Id="rId13" Type="http://schemas.openxmlformats.org/officeDocument/2006/relationships/image" Target="../media/image95.png"/><Relationship Id="rId18" Type="http://schemas.openxmlformats.org/officeDocument/2006/relationships/image" Target="../media/image100.svg"/><Relationship Id="rId3" Type="http://schemas.openxmlformats.org/officeDocument/2006/relationships/image" Target="../media/image8.svg"/><Relationship Id="rId7" Type="http://schemas.openxmlformats.org/officeDocument/2006/relationships/image" Target="../media/image13.svg"/><Relationship Id="rId12" Type="http://schemas.openxmlformats.org/officeDocument/2006/relationships/image" Target="../media/image94.jpeg"/><Relationship Id="rId17" Type="http://schemas.openxmlformats.org/officeDocument/2006/relationships/image" Target="../media/image99.png"/><Relationship Id="rId2" Type="http://schemas.openxmlformats.org/officeDocument/2006/relationships/image" Target="../media/image7.png"/><Relationship Id="rId16" Type="http://schemas.openxmlformats.org/officeDocument/2006/relationships/image" Target="../media/image98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93.jpeg"/><Relationship Id="rId5" Type="http://schemas.openxmlformats.org/officeDocument/2006/relationships/image" Target="../media/image11.svg"/><Relationship Id="rId15" Type="http://schemas.openxmlformats.org/officeDocument/2006/relationships/image" Target="../media/image97.png"/><Relationship Id="rId10" Type="http://schemas.openxmlformats.org/officeDocument/2006/relationships/image" Target="../media/image92.jpeg"/><Relationship Id="rId4" Type="http://schemas.openxmlformats.org/officeDocument/2006/relationships/image" Target="../media/image10.png"/><Relationship Id="rId9" Type="http://schemas.openxmlformats.org/officeDocument/2006/relationships/image" Target="../media/image91.jpeg"/><Relationship Id="rId14" Type="http://schemas.openxmlformats.org/officeDocument/2006/relationships/image" Target="../media/image9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80.svg"/><Relationship Id="rId3" Type="http://schemas.openxmlformats.org/officeDocument/2006/relationships/image" Target="../media/image64.svg"/><Relationship Id="rId7" Type="http://schemas.openxmlformats.org/officeDocument/2006/relationships/image" Target="../media/image13.svg"/><Relationship Id="rId12" Type="http://schemas.openxmlformats.org/officeDocument/2006/relationships/image" Target="../media/image79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9.svg"/><Relationship Id="rId5" Type="http://schemas.openxmlformats.org/officeDocument/2006/relationships/image" Target="../media/image11.svg"/><Relationship Id="rId10" Type="http://schemas.openxmlformats.org/officeDocument/2006/relationships/image" Target="../media/image18.png"/><Relationship Id="rId4" Type="http://schemas.openxmlformats.org/officeDocument/2006/relationships/image" Target="../media/image10.png"/><Relationship Id="rId9" Type="http://schemas.openxmlformats.org/officeDocument/2006/relationships/image" Target="../media/image24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02.svg"/><Relationship Id="rId7" Type="http://schemas.openxmlformats.org/officeDocument/2006/relationships/image" Target="../media/image36.sv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104.svg"/><Relationship Id="rId4" Type="http://schemas.openxmlformats.org/officeDocument/2006/relationships/image" Target="../media/image103.png"/><Relationship Id="rId9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39515" y="6668606"/>
            <a:ext cx="5348485" cy="3618394"/>
            <a:chOff x="0" y="0"/>
            <a:chExt cx="1408655" cy="9529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08655" cy="952993"/>
            </a:xfrm>
            <a:custGeom>
              <a:avLst/>
              <a:gdLst/>
              <a:ahLst/>
              <a:cxnLst/>
              <a:rect l="l" t="t" r="r" b="b"/>
              <a:pathLst>
                <a:path w="1408655" h="952993">
                  <a:moveTo>
                    <a:pt x="0" y="0"/>
                  </a:moveTo>
                  <a:lnTo>
                    <a:pt x="1408655" y="0"/>
                  </a:lnTo>
                  <a:lnTo>
                    <a:pt x="1408655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408655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996383" y="7369516"/>
            <a:ext cx="1197794" cy="1093259"/>
          </a:xfrm>
          <a:custGeom>
            <a:avLst/>
            <a:gdLst/>
            <a:ahLst/>
            <a:cxnLst/>
            <a:rect l="l" t="t" r="r" b="b"/>
            <a:pathLst>
              <a:path w="1197794" h="1093259">
                <a:moveTo>
                  <a:pt x="0" y="0"/>
                </a:moveTo>
                <a:lnTo>
                  <a:pt x="1197794" y="0"/>
                </a:lnTo>
                <a:lnTo>
                  <a:pt x="1197794" y="1093259"/>
                </a:lnTo>
                <a:lnTo>
                  <a:pt x="0" y="109325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5337986" y="7589306"/>
            <a:ext cx="514589" cy="475293"/>
          </a:xfrm>
          <a:custGeom>
            <a:avLst/>
            <a:gdLst/>
            <a:ahLst/>
            <a:cxnLst/>
            <a:rect l="l" t="t" r="r" b="b"/>
            <a:pathLst>
              <a:path w="514589" h="475293">
                <a:moveTo>
                  <a:pt x="0" y="0"/>
                </a:moveTo>
                <a:lnTo>
                  <a:pt x="514588" y="0"/>
                </a:lnTo>
                <a:lnTo>
                  <a:pt x="514588" y="475293"/>
                </a:lnTo>
                <a:lnTo>
                  <a:pt x="0" y="4752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183514" y="2901658"/>
            <a:ext cx="1327633" cy="1327633"/>
          </a:xfrm>
          <a:custGeom>
            <a:avLst/>
            <a:gdLst/>
            <a:ahLst/>
            <a:cxnLst/>
            <a:rect l="l" t="t" r="r" b="b"/>
            <a:pathLst>
              <a:path w="1327633" h="1327633">
                <a:moveTo>
                  <a:pt x="0" y="0"/>
                </a:moveTo>
                <a:lnTo>
                  <a:pt x="1327633" y="0"/>
                </a:lnTo>
                <a:lnTo>
                  <a:pt x="1327633" y="1327633"/>
                </a:lnTo>
                <a:lnTo>
                  <a:pt x="0" y="13276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747072" y="-2408128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2" y="0"/>
                </a:lnTo>
                <a:lnTo>
                  <a:pt x="5973602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5351247" y="4400741"/>
            <a:ext cx="803180" cy="742759"/>
            <a:chOff x="0" y="0"/>
            <a:chExt cx="211537" cy="19562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1537" cy="195624"/>
            </a:xfrm>
            <a:custGeom>
              <a:avLst/>
              <a:gdLst/>
              <a:ahLst/>
              <a:cxnLst/>
              <a:rect l="l" t="t" r="r" b="b"/>
              <a:pathLst>
                <a:path w="211537" h="195624">
                  <a:moveTo>
                    <a:pt x="0" y="0"/>
                  </a:moveTo>
                  <a:lnTo>
                    <a:pt x="211537" y="0"/>
                  </a:lnTo>
                  <a:lnTo>
                    <a:pt x="211537" y="195624"/>
                  </a:lnTo>
                  <a:lnTo>
                    <a:pt x="0" y="195624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11537" cy="2337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0"/>
            <a:ext cx="619741" cy="2934068"/>
            <a:chOff x="0" y="0"/>
            <a:chExt cx="163224" cy="77275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63224" cy="772759"/>
            </a:xfrm>
            <a:custGeom>
              <a:avLst/>
              <a:gdLst/>
              <a:ahLst/>
              <a:cxnLst/>
              <a:rect l="l" t="t" r="r" b="b"/>
              <a:pathLst>
                <a:path w="163224" h="772759">
                  <a:moveTo>
                    <a:pt x="0" y="0"/>
                  </a:moveTo>
                  <a:lnTo>
                    <a:pt x="163224" y="0"/>
                  </a:lnTo>
                  <a:lnTo>
                    <a:pt x="163224" y="772759"/>
                  </a:lnTo>
                  <a:lnTo>
                    <a:pt x="0" y="77275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63224" cy="81085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0" y="2933707"/>
            <a:ext cx="619741" cy="1004046"/>
            <a:chOff x="0" y="0"/>
            <a:chExt cx="163224" cy="2644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63224" cy="264440"/>
            </a:xfrm>
            <a:custGeom>
              <a:avLst/>
              <a:gdLst/>
              <a:ahLst/>
              <a:cxnLst/>
              <a:rect l="l" t="t" r="r" b="b"/>
              <a:pathLst>
                <a:path w="163224" h="264440">
                  <a:moveTo>
                    <a:pt x="0" y="0"/>
                  </a:moveTo>
                  <a:lnTo>
                    <a:pt x="163224" y="0"/>
                  </a:lnTo>
                  <a:lnTo>
                    <a:pt x="163224" y="264440"/>
                  </a:lnTo>
                  <a:lnTo>
                    <a:pt x="0" y="26444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63224" cy="30254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0" y="6668606"/>
            <a:ext cx="12939515" cy="3618394"/>
            <a:chOff x="0" y="0"/>
            <a:chExt cx="3407938" cy="95299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407938" cy="952993"/>
            </a:xfrm>
            <a:custGeom>
              <a:avLst/>
              <a:gdLst/>
              <a:ahLst/>
              <a:cxnLst/>
              <a:rect l="l" t="t" r="r" b="b"/>
              <a:pathLst>
                <a:path w="3407938" h="952993">
                  <a:moveTo>
                    <a:pt x="0" y="0"/>
                  </a:moveTo>
                  <a:lnTo>
                    <a:pt x="3407938" y="0"/>
                  </a:lnTo>
                  <a:lnTo>
                    <a:pt x="3407938" y="952993"/>
                  </a:lnTo>
                  <a:lnTo>
                    <a:pt x="0" y="952993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407938" cy="991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967885" y="7117855"/>
            <a:ext cx="143103" cy="2691310"/>
            <a:chOff x="0" y="0"/>
            <a:chExt cx="37690" cy="70882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37690" cy="708822"/>
            </a:xfrm>
            <a:custGeom>
              <a:avLst/>
              <a:gdLst/>
              <a:ahLst/>
              <a:cxnLst/>
              <a:rect l="l" t="t" r="r" b="b"/>
              <a:pathLst>
                <a:path w="37690" h="708822">
                  <a:moveTo>
                    <a:pt x="0" y="0"/>
                  </a:moveTo>
                  <a:lnTo>
                    <a:pt x="37690" y="0"/>
                  </a:lnTo>
                  <a:lnTo>
                    <a:pt x="37690" y="708822"/>
                  </a:lnTo>
                  <a:lnTo>
                    <a:pt x="0" y="708822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3" name="TextBox 23"/>
            <p:cNvSpPr txBox="1"/>
            <p:nvPr/>
          </p:nvSpPr>
          <p:spPr>
            <a:xfrm>
              <a:off x="0" y="-38100"/>
              <a:ext cx="37690" cy="74692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3943156" y="8662165"/>
            <a:ext cx="3341203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ctr">
              <a:lnSpc>
                <a:spcPts val="3600"/>
              </a:lnSpc>
            </a:pPr>
            <a:r>
              <a:rPr lang="en-US" sz="3000" spc="15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76921" y="8516338"/>
            <a:ext cx="8009619" cy="5706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PROGRAM STUDI TEKNIK INFORMATIKA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967885" y="1341590"/>
            <a:ext cx="8718655" cy="93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5499" b="1" spc="439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676920" y="7078451"/>
            <a:ext cx="6314679" cy="6668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599"/>
              </a:lnSpc>
            </a:pPr>
            <a:r>
              <a:rPr lang="en-US" sz="39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Paulinus </a:t>
            </a:r>
            <a:r>
              <a:rPr lang="en-US" sz="3999" b="1" dirty="0" err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Wenehenubun</a:t>
            </a:r>
            <a:endParaRPr lang="en-US" sz="3999" b="1" dirty="0">
              <a:solidFill>
                <a:srgbClr val="FFFFFF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2676921" y="7850223"/>
            <a:ext cx="375542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NIM : 20210090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676921" y="9182453"/>
            <a:ext cx="1455625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 dirty="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2025</a:t>
            </a:r>
          </a:p>
        </p:txBody>
      </p:sp>
      <p:sp>
        <p:nvSpPr>
          <p:cNvPr id="31" name="TextBox 24">
            <a:extLst>
              <a:ext uri="{FF2B5EF4-FFF2-40B4-BE49-F238E27FC236}">
                <a16:creationId xmlns:a16="http://schemas.microsoft.com/office/drawing/2014/main" id="{0CA82C62-26C0-412F-AC87-89134F1ADBBD}"/>
              </a:ext>
            </a:extLst>
          </p:cNvPr>
          <p:cNvSpPr txBox="1"/>
          <p:nvPr/>
        </p:nvSpPr>
        <p:spPr>
          <a:xfrm>
            <a:off x="1967885" y="2519574"/>
            <a:ext cx="11519515" cy="30777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ID" sz="4000" dirty="0">
                <a:latin typeface="Glacial Indifference Bold" panose="020B0604020202020204" charset="0"/>
              </a:rPr>
              <a:t>IMPLEMENTASI ALGORITMA </a:t>
            </a:r>
            <a:r>
              <a:rPr lang="en-ID" sz="4000" i="1" dirty="0">
                <a:latin typeface="Glacial Indifference Bold" panose="020B0604020202020204" charset="0"/>
              </a:rPr>
              <a:t>LINEAR SEARCH </a:t>
            </a:r>
            <a:r>
              <a:rPr lang="en-ID" sz="4000" dirty="0">
                <a:latin typeface="Glacial Indifference Bold" panose="020B0604020202020204" charset="0"/>
              </a:rPr>
              <a:t>PADA APLIKASI PENGELOLAHAN DATA ASET INVENTARIS KANTOR SATUAN PENDIDIKAN NONFORMAL / SANGGAR KEGIATAN BELAJAR TONDANO BERBASIS WEB </a:t>
            </a:r>
            <a:endParaRPr lang="en-US" sz="4000" b="1" dirty="0">
              <a:solidFill>
                <a:srgbClr val="000000"/>
              </a:solidFill>
              <a:latin typeface="Glacial Indifference Bold" panose="020B0604020202020204" charset="0"/>
              <a:ea typeface="Glacial Indifference Bold"/>
              <a:cs typeface="Glacial Indifference Bold"/>
              <a:sym typeface="Glacial Indifference Bold"/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AB6D56C-D301-454E-A470-8418CFB3B985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3311" y="7146088"/>
            <a:ext cx="1403937" cy="140827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445845" y="567841"/>
            <a:ext cx="32785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9" name="Freeform 9"/>
          <p:cNvSpPr/>
          <p:nvPr/>
        </p:nvSpPr>
        <p:spPr>
          <a:xfrm>
            <a:off x="3695631" y="8016035"/>
            <a:ext cx="3905319" cy="4114800"/>
          </a:xfrm>
          <a:custGeom>
            <a:avLst/>
            <a:gdLst/>
            <a:ahLst/>
            <a:cxnLst/>
            <a:rect l="l" t="t" r="r" b="b"/>
            <a:pathLst>
              <a:path w="3905319" h="4114800">
                <a:moveTo>
                  <a:pt x="0" y="0"/>
                </a:moveTo>
                <a:lnTo>
                  <a:pt x="3905319" y="0"/>
                </a:lnTo>
                <a:lnTo>
                  <a:pt x="3905319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248402" y="1632047"/>
            <a:ext cx="12039598" cy="6889104"/>
            <a:chOff x="0" y="-38100"/>
            <a:chExt cx="2814696" cy="1654397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814696" cy="1616297"/>
            </a:xfrm>
            <a:custGeom>
              <a:avLst/>
              <a:gdLst/>
              <a:ahLst/>
              <a:cxnLst/>
              <a:rect l="l" t="t" r="r" b="b"/>
              <a:pathLst>
                <a:path w="2814696" h="1479820">
                  <a:moveTo>
                    <a:pt x="0" y="0"/>
                  </a:moveTo>
                  <a:lnTo>
                    <a:pt x="2814696" y="0"/>
                  </a:lnTo>
                  <a:lnTo>
                    <a:pt x="2814696" y="1479820"/>
                  </a:lnTo>
                  <a:lnTo>
                    <a:pt x="0" y="147982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814696" cy="151792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6182607" y="758341"/>
            <a:ext cx="3675104" cy="3675104"/>
          </a:xfrm>
          <a:custGeom>
            <a:avLst/>
            <a:gdLst/>
            <a:ahLst/>
            <a:cxnLst/>
            <a:rect l="l" t="t" r="r" b="b"/>
            <a:pathLst>
              <a:path w="3675104" h="3675104">
                <a:moveTo>
                  <a:pt x="0" y="0"/>
                </a:moveTo>
                <a:lnTo>
                  <a:pt x="3675104" y="0"/>
                </a:lnTo>
                <a:lnTo>
                  <a:pt x="3675104" y="3675104"/>
                </a:lnTo>
                <a:lnTo>
                  <a:pt x="0" y="367510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2484758" y="6805162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3" y="0"/>
                </a:lnTo>
                <a:lnTo>
                  <a:pt x="1210873" y="1210873"/>
                </a:lnTo>
                <a:lnTo>
                  <a:pt x="0" y="121087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497027" y="3028287"/>
            <a:ext cx="4949639" cy="210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Latar</a:t>
            </a:r>
          </a:p>
          <a:p>
            <a:pPr algn="l">
              <a:lnSpc>
                <a:spcPts val="825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Belakang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44739" y="2092146"/>
            <a:ext cx="11275473" cy="62350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Perkembangan</a:t>
            </a:r>
            <a:r>
              <a:rPr lang="en-ID" sz="3500" dirty="0"/>
              <a:t> </a:t>
            </a:r>
            <a:r>
              <a:rPr lang="en-ID" sz="3500" dirty="0" err="1"/>
              <a:t>teknologi</a:t>
            </a:r>
            <a:r>
              <a:rPr lang="en-ID" sz="3500" dirty="0"/>
              <a:t> </a:t>
            </a:r>
            <a:r>
              <a:rPr lang="en-ID" sz="3500" dirty="0" err="1"/>
              <a:t>menuntut</a:t>
            </a:r>
            <a:r>
              <a:rPr lang="en-ID" sz="3500" dirty="0"/>
              <a:t> </a:t>
            </a:r>
            <a:r>
              <a:rPr lang="en-ID" sz="3500" dirty="0" err="1"/>
              <a:t>instansi</a:t>
            </a:r>
            <a:r>
              <a:rPr lang="en-ID" sz="3500" dirty="0"/>
              <a:t> </a:t>
            </a:r>
            <a:r>
              <a:rPr lang="en-ID" sz="3500" dirty="0" err="1"/>
              <a:t>memperoleh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 </a:t>
            </a:r>
            <a:r>
              <a:rPr lang="en-ID" sz="3500" b="1" dirty="0" err="1"/>
              <a:t>cepat</a:t>
            </a:r>
            <a:r>
              <a:rPr lang="en-ID" sz="3500" b="1" dirty="0"/>
              <a:t> dan </a:t>
            </a:r>
            <a:r>
              <a:rPr lang="en-ID" sz="3500" b="1" dirty="0" err="1"/>
              <a:t>akurat</a:t>
            </a:r>
            <a:r>
              <a:rPr lang="en-ID" sz="3500" dirty="0"/>
              <a:t> </a:t>
            </a:r>
            <a:r>
              <a:rPr lang="en-ID" sz="3500" dirty="0" err="1"/>
              <a:t>melalui</a:t>
            </a:r>
            <a:r>
              <a:rPr lang="en-ID" sz="3500" dirty="0"/>
              <a:t> </a:t>
            </a:r>
            <a:r>
              <a:rPr lang="en-ID" sz="3500" dirty="0" err="1"/>
              <a:t>sistem</a:t>
            </a:r>
            <a:r>
              <a:rPr lang="en-ID" sz="3500" dirty="0"/>
              <a:t> </a:t>
            </a:r>
            <a:r>
              <a:rPr lang="en-ID" sz="3500" dirty="0" err="1"/>
              <a:t>informasi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/>
              <a:t>Proses </a:t>
            </a:r>
            <a:r>
              <a:rPr lang="en-ID" sz="3500" dirty="0" err="1"/>
              <a:t>inventaris</a:t>
            </a:r>
            <a:r>
              <a:rPr lang="en-ID" sz="3500" dirty="0"/>
              <a:t> di </a:t>
            </a:r>
            <a:r>
              <a:rPr lang="en-ID" sz="3500" b="1" dirty="0"/>
              <a:t>SPNF</a:t>
            </a:r>
            <a:r>
              <a:rPr lang="en-ID" sz="3500" dirty="0"/>
              <a:t>/</a:t>
            </a:r>
            <a:r>
              <a:rPr lang="en-ID" sz="3500" b="1" dirty="0"/>
              <a:t>SKB </a:t>
            </a:r>
            <a:r>
              <a:rPr lang="en-ID" sz="3500" b="1" dirty="0" err="1"/>
              <a:t>Tondano</a:t>
            </a:r>
            <a:r>
              <a:rPr lang="en-ID" sz="3500" dirty="0"/>
              <a:t> </a:t>
            </a:r>
            <a:r>
              <a:rPr lang="en-ID" sz="3500" dirty="0" err="1"/>
              <a:t>masih</a:t>
            </a:r>
            <a:r>
              <a:rPr lang="en-ID" sz="3500" dirty="0"/>
              <a:t> </a:t>
            </a:r>
            <a:r>
              <a:rPr lang="en-ID" sz="3500" dirty="0" err="1"/>
              <a:t>dilakukan</a:t>
            </a:r>
            <a:r>
              <a:rPr lang="en-ID" sz="3500" dirty="0"/>
              <a:t> </a:t>
            </a:r>
            <a:r>
              <a:rPr lang="en-ID" sz="3500" b="1" dirty="0" err="1"/>
              <a:t>secara</a:t>
            </a:r>
            <a:r>
              <a:rPr lang="en-ID" sz="3500" b="1" dirty="0"/>
              <a:t> manual</a:t>
            </a:r>
            <a:r>
              <a:rPr lang="en-ID" sz="3500" dirty="0"/>
              <a:t>, </a:t>
            </a:r>
            <a:r>
              <a:rPr lang="en-ID" sz="3500" dirty="0" err="1"/>
              <a:t>sehingga</a:t>
            </a:r>
            <a:r>
              <a:rPr lang="en-ID" sz="3500" dirty="0"/>
              <a:t> </a:t>
            </a:r>
            <a:r>
              <a:rPr lang="en-ID" sz="3500" dirty="0" err="1"/>
              <a:t>sering</a:t>
            </a:r>
            <a:r>
              <a:rPr lang="en-ID" sz="3500" dirty="0"/>
              <a:t> </a:t>
            </a:r>
            <a:r>
              <a:rPr lang="en-ID" sz="3500" dirty="0" err="1"/>
              <a:t>terjadi</a:t>
            </a:r>
            <a:r>
              <a:rPr lang="en-ID" sz="3500" dirty="0"/>
              <a:t> </a:t>
            </a:r>
            <a:r>
              <a:rPr lang="en-ID" sz="3500" b="1" dirty="0" err="1"/>
              <a:t>ketidaksesuaian</a:t>
            </a:r>
            <a:r>
              <a:rPr lang="en-ID" sz="3500" b="1" dirty="0"/>
              <a:t> data</a:t>
            </a:r>
            <a:r>
              <a:rPr lang="en-ID" sz="3500" dirty="0"/>
              <a:t>, </a:t>
            </a:r>
            <a:r>
              <a:rPr lang="en-ID" sz="3500" b="1" dirty="0" err="1"/>
              <a:t>sulit</a:t>
            </a:r>
            <a:r>
              <a:rPr lang="en-ID" sz="3500" b="1" dirty="0"/>
              <a:t> </a:t>
            </a:r>
            <a:r>
              <a:rPr lang="en-ID" sz="3500" b="1" dirty="0" err="1"/>
              <a:t>melacak</a:t>
            </a:r>
            <a:r>
              <a:rPr lang="en-ID" sz="3500" b="1" dirty="0"/>
              <a:t> </a:t>
            </a:r>
            <a:r>
              <a:rPr lang="en-ID" sz="3500" b="1" dirty="0" err="1"/>
              <a:t>aset</a:t>
            </a:r>
            <a:r>
              <a:rPr lang="en-ID" sz="3500" dirty="0"/>
              <a:t>, dan </a:t>
            </a:r>
            <a:r>
              <a:rPr lang="en-ID" sz="3500" b="1" dirty="0" err="1"/>
              <a:t>pembuatan</a:t>
            </a:r>
            <a:r>
              <a:rPr lang="en-ID" sz="3500" b="1" dirty="0"/>
              <a:t> </a:t>
            </a:r>
            <a:r>
              <a:rPr lang="en-ID" sz="3500" b="1" dirty="0" err="1"/>
              <a:t>laporan</a:t>
            </a:r>
            <a:r>
              <a:rPr lang="en-ID" sz="3500" b="1" dirty="0"/>
              <a:t> </a:t>
            </a:r>
            <a:r>
              <a:rPr lang="en-ID" sz="3500" b="1" dirty="0" err="1"/>
              <a:t>lambat</a:t>
            </a:r>
            <a:r>
              <a:rPr lang="en-ID" sz="3500" b="1" dirty="0"/>
              <a:t> </a:t>
            </a:r>
            <a:r>
              <a:rPr lang="en-ID" sz="3500" b="1" dirty="0" err="1"/>
              <a:t>serta</a:t>
            </a:r>
            <a:r>
              <a:rPr lang="en-ID" sz="3500" b="1" dirty="0"/>
              <a:t> </a:t>
            </a:r>
            <a:r>
              <a:rPr lang="en-ID" sz="3500" b="1" dirty="0" err="1"/>
              <a:t>rawan</a:t>
            </a:r>
            <a:r>
              <a:rPr lang="en-ID" sz="3500" b="1" dirty="0"/>
              <a:t> </a:t>
            </a:r>
            <a:r>
              <a:rPr lang="en-ID" sz="3500" b="1" dirty="0" err="1"/>
              <a:t>kesalahan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ID" sz="3500" dirty="0" err="1"/>
              <a:t>Diperlukan</a:t>
            </a:r>
            <a:r>
              <a:rPr lang="en-ID" sz="3500" dirty="0"/>
              <a:t> </a:t>
            </a:r>
            <a:r>
              <a:rPr lang="en-ID" sz="3500" b="1" dirty="0" err="1"/>
              <a:t>aplikasi</a:t>
            </a:r>
            <a:r>
              <a:rPr lang="en-ID" sz="3500" b="1" dirty="0"/>
              <a:t> </a:t>
            </a:r>
            <a:r>
              <a:rPr lang="en-ID" sz="3500" b="1" dirty="0" err="1"/>
              <a:t>pengelolaan</a:t>
            </a:r>
            <a:r>
              <a:rPr lang="en-ID" sz="3500" b="1" dirty="0"/>
              <a:t> data </a:t>
            </a:r>
            <a:r>
              <a:rPr lang="en-ID" sz="3500" b="1" dirty="0" err="1"/>
              <a:t>inventaris</a:t>
            </a:r>
            <a:r>
              <a:rPr lang="en-ID" sz="3500" b="1" dirty="0"/>
              <a:t> </a:t>
            </a:r>
            <a:r>
              <a:rPr lang="en-ID" sz="3500" b="1" dirty="0" err="1"/>
              <a:t>berbasis</a:t>
            </a:r>
            <a:r>
              <a:rPr lang="en-ID" sz="3500" b="1" dirty="0"/>
              <a:t> web</a:t>
            </a:r>
            <a:r>
              <a:rPr lang="en-ID" sz="3500" dirty="0"/>
              <a:t> </a:t>
            </a:r>
            <a:r>
              <a:rPr lang="en-ID" sz="3500" dirty="0" err="1"/>
              <a:t>untuk</a:t>
            </a:r>
            <a:r>
              <a:rPr lang="en-ID" sz="3500" dirty="0"/>
              <a:t> </a:t>
            </a:r>
            <a:r>
              <a:rPr lang="en-ID" sz="3500" dirty="0" err="1"/>
              <a:t>meningkatkan</a:t>
            </a:r>
            <a:r>
              <a:rPr lang="en-ID" sz="3500" dirty="0"/>
              <a:t> </a:t>
            </a:r>
            <a:r>
              <a:rPr lang="en-ID" sz="3500" b="1" dirty="0" err="1"/>
              <a:t>efisiensi</a:t>
            </a:r>
            <a:r>
              <a:rPr lang="en-ID" sz="3500" b="1" dirty="0"/>
              <a:t> dan </a:t>
            </a:r>
            <a:r>
              <a:rPr lang="en-ID" sz="3500" b="1" dirty="0" err="1"/>
              <a:t>akurasi</a:t>
            </a:r>
            <a:r>
              <a:rPr lang="en-ID" sz="3500" b="1" dirty="0"/>
              <a:t> </a:t>
            </a:r>
            <a:r>
              <a:rPr lang="en-ID" sz="3500" b="1" dirty="0" err="1"/>
              <a:t>pencatatan</a:t>
            </a:r>
            <a:r>
              <a:rPr lang="en-ID" sz="3500" dirty="0"/>
              <a:t>.</a:t>
            </a:r>
          </a:p>
          <a:p>
            <a:pPr marL="571500" indent="-571500" algn="l">
              <a:lnSpc>
                <a:spcPts val="4900"/>
              </a:lnSpc>
              <a:buFont typeface="Arial" panose="020B0604020202020204" pitchFamily="34" charset="0"/>
              <a:buChar char="•"/>
            </a:pPr>
            <a:r>
              <a:rPr lang="en-US" sz="3500" b="1" dirty="0" err="1"/>
              <a:t>Algoritma</a:t>
            </a:r>
            <a:r>
              <a:rPr lang="en-US" sz="3500" b="1" dirty="0"/>
              <a:t> Linear Search</a:t>
            </a:r>
            <a:r>
              <a:rPr lang="en-US" sz="3500" dirty="0"/>
              <a:t> </a:t>
            </a:r>
            <a:r>
              <a:rPr lang="en-US" sz="3500" dirty="0" err="1"/>
              <a:t>digunakan</a:t>
            </a:r>
            <a:r>
              <a:rPr lang="en-US" sz="3500" dirty="0"/>
              <a:t> </a:t>
            </a:r>
            <a:r>
              <a:rPr lang="en-US" sz="3500" dirty="0" err="1"/>
              <a:t>untuk</a:t>
            </a:r>
            <a:r>
              <a:rPr lang="en-US" sz="3500" dirty="0"/>
              <a:t> </a:t>
            </a:r>
            <a:r>
              <a:rPr lang="en-US" sz="3500" b="1" dirty="0" err="1"/>
              <a:t>mempermudah</a:t>
            </a:r>
            <a:r>
              <a:rPr lang="en-US" sz="3500" b="1" dirty="0"/>
              <a:t> </a:t>
            </a:r>
            <a:r>
              <a:rPr lang="en-US" sz="3500" b="1" dirty="0" err="1"/>
              <a:t>pencarian</a:t>
            </a:r>
            <a:r>
              <a:rPr lang="en-US" sz="3500" b="1" dirty="0"/>
              <a:t> data </a:t>
            </a:r>
            <a:r>
              <a:rPr lang="en-US" sz="3500" b="1" dirty="0" err="1"/>
              <a:t>aset</a:t>
            </a:r>
            <a:r>
              <a:rPr lang="en-US" sz="3500" dirty="0"/>
              <a:t>.</a:t>
            </a:r>
          </a:p>
        </p:txBody>
      </p:sp>
      <p:sp>
        <p:nvSpPr>
          <p:cNvPr id="22" name="AutoShape 2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D06A16B-A2FC-4BE7-BD12-71BC63C0BD98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002049" y="6833950"/>
            <a:ext cx="5973602" cy="5973602"/>
          </a:xfrm>
          <a:custGeom>
            <a:avLst/>
            <a:gdLst/>
            <a:ahLst/>
            <a:cxnLst/>
            <a:rect l="l" t="t" r="r" b="b"/>
            <a:pathLst>
              <a:path w="5973602" h="5973602">
                <a:moveTo>
                  <a:pt x="0" y="0"/>
                </a:moveTo>
                <a:lnTo>
                  <a:pt x="5973601" y="0"/>
                </a:lnTo>
                <a:lnTo>
                  <a:pt x="5973601" y="5973602"/>
                </a:lnTo>
                <a:lnTo>
                  <a:pt x="0" y="59736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AutoShape 9"/>
          <p:cNvSpPr/>
          <p:nvPr/>
        </p:nvSpPr>
        <p:spPr>
          <a:xfrm>
            <a:off x="7060245" y="4213907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AutoShape 10"/>
          <p:cNvSpPr/>
          <p:nvPr/>
        </p:nvSpPr>
        <p:spPr>
          <a:xfrm>
            <a:off x="7060245" y="5734674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AutoShape 11"/>
          <p:cNvSpPr/>
          <p:nvPr/>
        </p:nvSpPr>
        <p:spPr>
          <a:xfrm>
            <a:off x="7060245" y="7255441"/>
            <a:ext cx="11329315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4138092" y="6650005"/>
            <a:ext cx="1210872" cy="1210872"/>
          </a:xfrm>
          <a:custGeom>
            <a:avLst/>
            <a:gdLst/>
            <a:ahLst/>
            <a:cxnLst/>
            <a:rect l="l" t="t" r="r" b="b"/>
            <a:pathLst>
              <a:path w="1210872" h="1210872">
                <a:moveTo>
                  <a:pt x="0" y="0"/>
                </a:moveTo>
                <a:lnTo>
                  <a:pt x="1210872" y="0"/>
                </a:lnTo>
                <a:lnTo>
                  <a:pt x="1210872" y="1210872"/>
                </a:lnTo>
                <a:lnTo>
                  <a:pt x="0" y="121087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</a:t>
            </a:r>
          </a:p>
        </p:txBody>
      </p:sp>
      <p:sp>
        <p:nvSpPr>
          <p:cNvPr id="16" name="AutoShape 16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16893853" y="567841"/>
            <a:ext cx="1082627" cy="1082627"/>
          </a:xfrm>
          <a:custGeom>
            <a:avLst/>
            <a:gdLst/>
            <a:ahLst/>
            <a:cxnLst/>
            <a:rect l="l" t="t" r="r" b="b"/>
            <a:pathLst>
              <a:path w="1082627" h="1082627">
                <a:moveTo>
                  <a:pt x="0" y="0"/>
                </a:moveTo>
                <a:lnTo>
                  <a:pt x="1082626" y="0"/>
                </a:lnTo>
                <a:lnTo>
                  <a:pt x="1082626" y="1082627"/>
                </a:lnTo>
                <a:lnTo>
                  <a:pt x="0" y="108262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517951" y="2801438"/>
            <a:ext cx="4727341" cy="243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Identifikasi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  <a:p>
            <a:pPr algn="l">
              <a:lnSpc>
                <a:spcPts val="9799"/>
              </a:lnSpc>
            </a:pPr>
            <a:r>
              <a:rPr lang="en-US" sz="6999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999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8168290" y="326812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Ketidaksesuaian</a:t>
            </a:r>
            <a:r>
              <a:rPr lang="en-ID" sz="3500" b="1" dirty="0">
                <a:latin typeface="Glacial Indifference" panose="020B0604020202020204" charset="0"/>
              </a:rPr>
              <a:t> Data </a:t>
            </a:r>
            <a:r>
              <a:rPr lang="en-ID" sz="3500" b="1" dirty="0" err="1">
                <a:latin typeface="Glacial Indifference" panose="020B0604020202020204" charset="0"/>
              </a:rPr>
              <a:t>Inventaris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916642" y="3112555"/>
            <a:ext cx="93833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758233" y="4597839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168290" y="4684336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Pelacakan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Aset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Sulit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Dilakukan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168290" y="6133948"/>
            <a:ext cx="8873295" cy="5450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500" b="1" dirty="0" err="1">
                <a:latin typeface="Glacial Indifference" panose="020B0604020202020204" charset="0"/>
              </a:rPr>
              <a:t>Pembuatan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Laporan</a:t>
            </a:r>
            <a:r>
              <a:rPr lang="en-ID" sz="3500" b="1" dirty="0">
                <a:latin typeface="Glacial Indifference" panose="020B0604020202020204" charset="0"/>
              </a:rPr>
              <a:t> </a:t>
            </a:r>
            <a:r>
              <a:rPr lang="en-ID" sz="3500" b="1" dirty="0" err="1">
                <a:latin typeface="Glacial Indifference" panose="020B0604020202020204" charset="0"/>
              </a:rPr>
              <a:t>Memakan</a:t>
            </a:r>
            <a:r>
              <a:rPr lang="en-ID" sz="3500" b="1" dirty="0">
                <a:latin typeface="Glacial Indifference" panose="020B0604020202020204" charset="0"/>
              </a:rPr>
              <a:t> Waktu Lama</a:t>
            </a:r>
            <a:endParaRPr lang="en-US" sz="3500" b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758233" y="6071950"/>
            <a:ext cx="1096746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5DA295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45845" y="567841"/>
            <a:ext cx="352570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370DB74-E1B5-4050-B0EC-4440A2604BCC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26659" y="7028511"/>
            <a:ext cx="4921456" cy="3986379"/>
          </a:xfrm>
          <a:custGeom>
            <a:avLst/>
            <a:gdLst/>
            <a:ahLst/>
            <a:cxnLst/>
            <a:rect l="l" t="t" r="r" b="b"/>
            <a:pathLst>
              <a:path w="4921456" h="3986379">
                <a:moveTo>
                  <a:pt x="0" y="0"/>
                </a:moveTo>
                <a:lnTo>
                  <a:pt x="4921455" y="0"/>
                </a:lnTo>
                <a:lnTo>
                  <a:pt x="4921455" y="3986379"/>
                </a:lnTo>
                <a:lnTo>
                  <a:pt x="0" y="39863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364232" y="-2136727"/>
            <a:ext cx="5790136" cy="5790136"/>
          </a:xfrm>
          <a:custGeom>
            <a:avLst/>
            <a:gdLst/>
            <a:ahLst/>
            <a:cxnLst/>
            <a:rect l="l" t="t" r="r" b="b"/>
            <a:pathLst>
              <a:path w="5790136" h="5790136">
                <a:moveTo>
                  <a:pt x="0" y="0"/>
                </a:moveTo>
                <a:lnTo>
                  <a:pt x="5790136" y="0"/>
                </a:lnTo>
                <a:lnTo>
                  <a:pt x="5790136" y="5790136"/>
                </a:lnTo>
                <a:lnTo>
                  <a:pt x="0" y="579013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06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2251527" y="5510002"/>
            <a:ext cx="841062" cy="841062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272896" y="6878355"/>
            <a:ext cx="925168" cy="925168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201464" y="4215021"/>
            <a:ext cx="925168" cy="925168"/>
            <a:chOff x="0" y="0"/>
            <a:chExt cx="812800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2446881" y="5705356"/>
            <a:ext cx="450354" cy="450354"/>
          </a:xfrm>
          <a:custGeom>
            <a:avLst/>
            <a:gdLst/>
            <a:ahLst/>
            <a:cxnLst/>
            <a:rect l="l" t="t" r="r" b="b"/>
            <a:pathLst>
              <a:path w="877612" h="877612">
                <a:moveTo>
                  <a:pt x="0" y="0"/>
                </a:moveTo>
                <a:lnTo>
                  <a:pt x="877612" y="0"/>
                </a:lnTo>
                <a:lnTo>
                  <a:pt x="877612" y="877612"/>
                </a:lnTo>
                <a:lnTo>
                  <a:pt x="0" y="87761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2378909" y="4394960"/>
            <a:ext cx="570278" cy="565289"/>
          </a:xfrm>
          <a:custGeom>
            <a:avLst/>
            <a:gdLst/>
            <a:ahLst/>
            <a:cxnLst/>
            <a:rect l="l" t="t" r="r" b="b"/>
            <a:pathLst>
              <a:path w="1010284" h="1001444">
                <a:moveTo>
                  <a:pt x="0" y="0"/>
                </a:moveTo>
                <a:lnTo>
                  <a:pt x="1010284" y="0"/>
                </a:lnTo>
                <a:lnTo>
                  <a:pt x="1010284" y="1001445"/>
                </a:lnTo>
                <a:lnTo>
                  <a:pt x="0" y="100144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2433328" y="7069650"/>
            <a:ext cx="534686" cy="542578"/>
          </a:xfrm>
          <a:custGeom>
            <a:avLst/>
            <a:gdLst/>
            <a:ahLst/>
            <a:cxnLst/>
            <a:rect l="l" t="t" r="r" b="b"/>
            <a:pathLst>
              <a:path w="947230" h="961211">
                <a:moveTo>
                  <a:pt x="0" y="0"/>
                </a:moveTo>
                <a:lnTo>
                  <a:pt x="947230" y="0"/>
                </a:lnTo>
                <a:lnTo>
                  <a:pt x="947230" y="961210"/>
                </a:lnTo>
                <a:lnTo>
                  <a:pt x="0" y="96121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0" name="TextBox 30"/>
          <p:cNvSpPr txBox="1"/>
          <p:nvPr/>
        </p:nvSpPr>
        <p:spPr>
          <a:xfrm>
            <a:off x="4481739" y="1593615"/>
            <a:ext cx="9324521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Batasan </a:t>
            </a:r>
            <a:r>
              <a:rPr lang="en-US" sz="65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65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3670971" y="5299612"/>
            <a:ext cx="10959429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diterapkan</a:t>
            </a:r>
            <a:r>
              <a:rPr lang="en-ID" sz="3000" dirty="0">
                <a:latin typeface="Glacial Indifference" panose="020B0604020202020204" charset="0"/>
              </a:rPr>
              <a:t> di Kantor </a:t>
            </a:r>
            <a:r>
              <a:rPr lang="en-ID" sz="3000" dirty="0" err="1">
                <a:latin typeface="Glacial Indifference" panose="020B0604020202020204" charset="0"/>
              </a:rPr>
              <a:t>Satuan</a:t>
            </a:r>
            <a:r>
              <a:rPr lang="en-ID" sz="3000" dirty="0">
                <a:latin typeface="Glacial Indifference" panose="020B0604020202020204" charset="0"/>
              </a:rPr>
              <a:t> Pendidikan Nonformal / </a:t>
            </a:r>
            <a:r>
              <a:rPr lang="en-ID" sz="3000" dirty="0" err="1">
                <a:latin typeface="Glacial Indifference" panose="020B0604020202020204" charset="0"/>
              </a:rPr>
              <a:t>Sanggar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Kegiatan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Belajar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Tondano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3747547" y="6725955"/>
            <a:ext cx="9435053" cy="111248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pengembangan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aplikasi</a:t>
            </a:r>
            <a:r>
              <a:rPr lang="en-ID" sz="3000" dirty="0">
                <a:latin typeface="Glacial Indifference" panose="020B0604020202020204" charset="0"/>
              </a:rPr>
              <a:t> yang </a:t>
            </a:r>
            <a:r>
              <a:rPr lang="en-ID" sz="3000" dirty="0" err="1">
                <a:latin typeface="Glacial Indifference" panose="020B0604020202020204" charset="0"/>
              </a:rPr>
              <a:t>digunakan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yaitu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Metode</a:t>
            </a:r>
            <a:r>
              <a:rPr lang="en-ID" sz="3000" dirty="0">
                <a:latin typeface="Glacial Indifference" panose="020B0604020202020204" charset="0"/>
              </a:rPr>
              <a:t> RAD (Rapid Application Development) 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3794797" y="4264412"/>
            <a:ext cx="12523827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Penelitian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hanya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berfokus</a:t>
            </a:r>
            <a:r>
              <a:rPr lang="en-ID" sz="3000" dirty="0">
                <a:latin typeface="Glacial Indifference" panose="020B0604020202020204" charset="0"/>
              </a:rPr>
              <a:t> pada </a:t>
            </a:r>
            <a:r>
              <a:rPr lang="en-ID" sz="3000" dirty="0" err="1">
                <a:latin typeface="Glacial Indifference" panose="020B0604020202020204" charset="0"/>
              </a:rPr>
              <a:t>implementasi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algoritma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i="1" dirty="0">
                <a:latin typeface="Glacial Indifference" panose="020B0604020202020204" charset="0"/>
              </a:rPr>
              <a:t>Linear Search</a:t>
            </a:r>
            <a:endParaRPr lang="en-US" sz="3000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grpSp>
        <p:nvGrpSpPr>
          <p:cNvPr id="41" name="Group 23">
            <a:extLst>
              <a:ext uri="{FF2B5EF4-FFF2-40B4-BE49-F238E27FC236}">
                <a16:creationId xmlns:a16="http://schemas.microsoft.com/office/drawing/2014/main" id="{034FB2C8-AF49-4CE2-B514-4EC0082326C8}"/>
              </a:ext>
            </a:extLst>
          </p:cNvPr>
          <p:cNvGrpSpPr/>
          <p:nvPr/>
        </p:nvGrpSpPr>
        <p:grpSpPr>
          <a:xfrm>
            <a:off x="2173741" y="3016760"/>
            <a:ext cx="925168" cy="925168"/>
            <a:chOff x="0" y="0"/>
            <a:chExt cx="812800" cy="812800"/>
          </a:xfrm>
        </p:grpSpPr>
        <p:sp>
          <p:nvSpPr>
            <p:cNvPr id="42" name="Freeform 24">
              <a:extLst>
                <a:ext uri="{FF2B5EF4-FFF2-40B4-BE49-F238E27FC236}">
                  <a16:creationId xmlns:a16="http://schemas.microsoft.com/office/drawing/2014/main" id="{89415BCC-69FC-4102-8910-594DBAA9101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3" name="TextBox 25">
              <a:extLst>
                <a:ext uri="{FF2B5EF4-FFF2-40B4-BE49-F238E27FC236}">
                  <a16:creationId xmlns:a16="http://schemas.microsoft.com/office/drawing/2014/main" id="{74D70544-22E4-4E00-9A41-012268354747}"/>
                </a:ext>
              </a:extLst>
            </p:cNvPr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75F7A6DA-03CE-4378-9CC0-3CD526BAE201}"/>
              </a:ext>
            </a:extLst>
          </p:cNvPr>
          <p:cNvSpPr/>
          <p:nvPr/>
        </p:nvSpPr>
        <p:spPr>
          <a:xfrm>
            <a:off x="2376072" y="3259524"/>
            <a:ext cx="531409" cy="361222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8A2AC2E-BA68-4E46-91A1-EC8494546D2D}"/>
              </a:ext>
            </a:extLst>
          </p:cNvPr>
          <p:cNvSpPr/>
          <p:nvPr/>
        </p:nvSpPr>
        <p:spPr>
          <a:xfrm>
            <a:off x="2531329" y="3639434"/>
            <a:ext cx="210474" cy="4076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FA1F0D8-DACB-4E6F-9EC9-36346D76AC44}"/>
              </a:ext>
            </a:extLst>
          </p:cNvPr>
          <p:cNvSpPr/>
          <p:nvPr/>
        </p:nvSpPr>
        <p:spPr>
          <a:xfrm>
            <a:off x="2492638" y="3696905"/>
            <a:ext cx="287856" cy="40765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420DA90-272D-48BE-AECF-5EB66217D75A}"/>
              </a:ext>
            </a:extLst>
          </p:cNvPr>
          <p:cNvSpPr/>
          <p:nvPr/>
        </p:nvSpPr>
        <p:spPr>
          <a:xfrm>
            <a:off x="2421117" y="3297945"/>
            <a:ext cx="433715" cy="294815"/>
          </a:xfrm>
          <a:prstGeom prst="roundRect">
            <a:avLst/>
          </a:prstGeom>
          <a:solidFill>
            <a:srgbClr val="5DA2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8" name="TextBox 36">
            <a:extLst>
              <a:ext uri="{FF2B5EF4-FFF2-40B4-BE49-F238E27FC236}">
                <a16:creationId xmlns:a16="http://schemas.microsoft.com/office/drawing/2014/main" id="{97943442-F706-4A7E-BEFF-51E1BED4DF86}"/>
              </a:ext>
            </a:extLst>
          </p:cNvPr>
          <p:cNvSpPr txBox="1"/>
          <p:nvPr/>
        </p:nvSpPr>
        <p:spPr>
          <a:xfrm>
            <a:off x="3794797" y="3130825"/>
            <a:ext cx="12909083" cy="528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ID" sz="3000" dirty="0" err="1">
                <a:latin typeface="Glacial Indifference" panose="020B0604020202020204" charset="0"/>
              </a:rPr>
              <a:t>Sistem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ini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akan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dibuat</a:t>
            </a:r>
            <a:r>
              <a:rPr lang="en-ID" sz="3000" dirty="0">
                <a:latin typeface="Glacial Indifference" panose="020B0604020202020204" charset="0"/>
              </a:rPr>
              <a:t> </a:t>
            </a:r>
            <a:r>
              <a:rPr lang="en-ID" sz="3000" dirty="0" err="1">
                <a:latin typeface="Glacial Indifference" panose="020B0604020202020204" charset="0"/>
              </a:rPr>
              <a:t>berbasis</a:t>
            </a:r>
            <a:r>
              <a:rPr lang="en-ID" sz="3000" dirty="0">
                <a:latin typeface="Glacial Indifference" panose="020B0604020202020204" charset="0"/>
              </a:rPr>
              <a:t> website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FE958BE-5CF9-4CE2-927E-83F2DF97F4F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237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745898" y="1884561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Rumusan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Masalah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12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9297422" y="2940421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7579231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240900" y="3737524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Bagaimana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cara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pengelahan</a:t>
            </a:r>
            <a:r>
              <a:rPr lang="en-ID" sz="3600" dirty="0">
                <a:latin typeface="Glacial Indifference" panose="020B0604020202020204" charset="0"/>
              </a:rPr>
              <a:t> data </a:t>
            </a:r>
            <a:r>
              <a:rPr lang="en-ID" sz="3600" dirty="0" err="1">
                <a:latin typeface="Glacial Indifference" panose="020B0604020202020204" charset="0"/>
              </a:rPr>
              <a:t>aset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menggunakan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algoritma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</a:t>
            </a:r>
            <a:r>
              <a:rPr lang="en-ID" sz="3600" dirty="0">
                <a:latin typeface="Glacial Indifference" panose="020B0604020202020204" charset="0"/>
              </a:rPr>
              <a:t> yang </a:t>
            </a:r>
            <a:r>
              <a:rPr lang="en-ID" sz="3600" dirty="0" err="1">
                <a:latin typeface="Glacial Indifference" panose="020B0604020202020204" charset="0"/>
              </a:rPr>
              <a:t>efektif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Kantor </a:t>
            </a:r>
            <a:r>
              <a:rPr lang="en-ID" sz="3600" dirty="0" err="1">
                <a:latin typeface="Glacial Indifference" panose="020B0604020202020204" charset="0"/>
              </a:rPr>
              <a:t>Satuan</a:t>
            </a:r>
            <a:r>
              <a:rPr lang="en-ID" sz="3600" dirty="0">
                <a:latin typeface="Glacial Indifference" panose="020B0604020202020204" charset="0"/>
              </a:rPr>
              <a:t> Pendidikan Nonformal / </a:t>
            </a:r>
            <a:r>
              <a:rPr lang="en-ID" sz="3600" dirty="0" err="1">
                <a:latin typeface="Glacial Indifference" panose="020B0604020202020204" charset="0"/>
              </a:rPr>
              <a:t>Sanggar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Kegiatan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Belajar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Tondano</a:t>
            </a:r>
            <a:r>
              <a:rPr lang="en-ID" sz="3600" dirty="0">
                <a:latin typeface="Glacial Indifference" panose="020B0604020202020204" charset="0"/>
              </a:rPr>
              <a:t>?.</a:t>
            </a:r>
            <a:endParaRPr lang="en-US" sz="3399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4497755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00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TEKNIK INFORMATIKA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582FE8B0-74FC-459C-8F4A-B08DCD6D4227}"/>
              </a:ext>
            </a:extLst>
          </p:cNvPr>
          <p:cNvSpPr txBox="1"/>
          <p:nvPr/>
        </p:nvSpPr>
        <p:spPr>
          <a:xfrm>
            <a:off x="11521867" y="1833365"/>
            <a:ext cx="5420227" cy="11701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</a:t>
            </a:r>
            <a:r>
              <a:rPr lang="en-US" sz="5000" b="1" dirty="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 </a:t>
            </a:r>
            <a:r>
              <a:rPr lang="en-US" sz="5000" b="1" dirty="0" err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  <a:endParaRPr lang="en-US" sz="5000" b="1" dirty="0">
              <a:solidFill>
                <a:srgbClr val="000000"/>
              </a:solidFill>
              <a:latin typeface="Glacial Indifference Bold"/>
              <a:ea typeface="Glacial Indifference Bold"/>
              <a:cs typeface="Glacial Indifference Bold"/>
              <a:sym typeface="Glacial Indifference Bold"/>
            </a:endParaRPr>
          </a:p>
        </p:txBody>
      </p:sp>
      <p:grpSp>
        <p:nvGrpSpPr>
          <p:cNvPr id="23" name="Group 25">
            <a:extLst>
              <a:ext uri="{FF2B5EF4-FFF2-40B4-BE49-F238E27FC236}">
                <a16:creationId xmlns:a16="http://schemas.microsoft.com/office/drawing/2014/main" id="{342B1700-1D5A-4CBF-AAD1-8C4718D5E6AE}"/>
              </a:ext>
            </a:extLst>
          </p:cNvPr>
          <p:cNvGrpSpPr/>
          <p:nvPr/>
        </p:nvGrpSpPr>
        <p:grpSpPr>
          <a:xfrm>
            <a:off x="1345906" y="2265003"/>
            <a:ext cx="1000975" cy="1018922"/>
            <a:chOff x="0" y="0"/>
            <a:chExt cx="798484" cy="812800"/>
          </a:xfrm>
        </p:grpSpPr>
        <p:sp>
          <p:nvSpPr>
            <p:cNvPr id="24" name="Freeform 26">
              <a:extLst>
                <a:ext uri="{FF2B5EF4-FFF2-40B4-BE49-F238E27FC236}">
                  <a16:creationId xmlns:a16="http://schemas.microsoft.com/office/drawing/2014/main" id="{E31D72C7-6DEA-4978-8C34-45CF71410527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5" name="TextBox 27">
              <a:extLst>
                <a:ext uri="{FF2B5EF4-FFF2-40B4-BE49-F238E27FC236}">
                  <a16:creationId xmlns:a16="http://schemas.microsoft.com/office/drawing/2014/main" id="{C9E1D0A0-E8FA-477B-AE6B-FB3D43DB352F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33">
            <a:extLst>
              <a:ext uri="{FF2B5EF4-FFF2-40B4-BE49-F238E27FC236}">
                <a16:creationId xmlns:a16="http://schemas.microsoft.com/office/drawing/2014/main" id="{17931E65-02C7-4B6B-90ED-ABFB2FEECEAC}"/>
              </a:ext>
            </a:extLst>
          </p:cNvPr>
          <p:cNvSpPr/>
          <p:nvPr/>
        </p:nvSpPr>
        <p:spPr>
          <a:xfrm>
            <a:off x="1569909" y="2495313"/>
            <a:ext cx="552968" cy="577101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27" name="TextBox 17">
            <a:extLst>
              <a:ext uri="{FF2B5EF4-FFF2-40B4-BE49-F238E27FC236}">
                <a16:creationId xmlns:a16="http://schemas.microsoft.com/office/drawing/2014/main" id="{E20B0D60-AF81-442B-8636-64A8D04FCDF3}"/>
              </a:ext>
            </a:extLst>
          </p:cNvPr>
          <p:cNvSpPr txBox="1"/>
          <p:nvPr/>
        </p:nvSpPr>
        <p:spPr>
          <a:xfrm>
            <a:off x="9722460" y="3754617"/>
            <a:ext cx="7351080" cy="36548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ID" sz="3600" dirty="0" err="1">
                <a:latin typeface="Glacial Indifference" panose="020B0604020202020204" charset="0"/>
              </a:rPr>
              <a:t>Tujuan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dari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penelitian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adalah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untuk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mengembangkan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sebuah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sistem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informasi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pencatatan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inventaris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berbasi</a:t>
            </a:r>
            <a:r>
              <a:rPr lang="en-ID" sz="3600" dirty="0">
                <a:latin typeface="Glacial Indifference" panose="020B0604020202020204" charset="0"/>
              </a:rPr>
              <a:t> web yang </a:t>
            </a:r>
            <a:r>
              <a:rPr lang="en-ID" sz="3600" dirty="0" err="1">
                <a:latin typeface="Glacial Indifference" panose="020B0604020202020204" charset="0"/>
              </a:rPr>
              <a:t>menerapkan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dirty="0" err="1">
                <a:latin typeface="Glacial Indifference" panose="020B0604020202020204" charset="0"/>
              </a:rPr>
              <a:t>algortima</a:t>
            </a:r>
            <a:r>
              <a:rPr lang="en-ID" sz="3600" dirty="0">
                <a:latin typeface="Glacial Indifference" panose="020B0604020202020204" charset="0"/>
              </a:rPr>
              <a:t> </a:t>
            </a:r>
            <a:r>
              <a:rPr lang="en-ID" sz="3600" i="1" dirty="0">
                <a:latin typeface="Glacial Indifference" panose="020B0604020202020204" charset="0"/>
              </a:rPr>
              <a:t>Linear Search.</a:t>
            </a:r>
            <a:endParaRPr lang="en-US" sz="3399" i="1" dirty="0">
              <a:solidFill>
                <a:srgbClr val="000000"/>
              </a:solidFill>
              <a:latin typeface="Glacial Indifference" panose="020B0604020202020204" charset="0"/>
              <a:ea typeface="Glacial Indifference"/>
              <a:cs typeface="Glacial Indifference"/>
              <a:sym typeface="Glacial Indifference"/>
            </a:endParaRPr>
          </a:p>
        </p:txBody>
      </p:sp>
      <p:grpSp>
        <p:nvGrpSpPr>
          <p:cNvPr id="28" name="Group 28">
            <a:extLst>
              <a:ext uri="{FF2B5EF4-FFF2-40B4-BE49-F238E27FC236}">
                <a16:creationId xmlns:a16="http://schemas.microsoft.com/office/drawing/2014/main" id="{8D21C0DD-7369-465D-8E10-21E26FAD19D2}"/>
              </a:ext>
            </a:extLst>
          </p:cNvPr>
          <p:cNvGrpSpPr/>
          <p:nvPr/>
        </p:nvGrpSpPr>
        <p:grpSpPr>
          <a:xfrm>
            <a:off x="10122470" y="2170001"/>
            <a:ext cx="1000975" cy="1018922"/>
            <a:chOff x="0" y="0"/>
            <a:chExt cx="798484" cy="812800"/>
          </a:xfrm>
        </p:grpSpPr>
        <p:sp>
          <p:nvSpPr>
            <p:cNvPr id="29" name="Freeform 29">
              <a:extLst>
                <a:ext uri="{FF2B5EF4-FFF2-40B4-BE49-F238E27FC236}">
                  <a16:creationId xmlns:a16="http://schemas.microsoft.com/office/drawing/2014/main" id="{3ED78DC8-3BD4-432C-A851-6AB874A44D2A}"/>
                </a:ext>
              </a:extLst>
            </p:cNvPr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>
              <a:extLst>
                <a:ext uri="{FF2B5EF4-FFF2-40B4-BE49-F238E27FC236}">
                  <a16:creationId xmlns:a16="http://schemas.microsoft.com/office/drawing/2014/main" id="{F32BE4A2-0CBE-4DD8-A66B-931E2C55460E}"/>
                </a:ext>
              </a:extLst>
            </p:cNvPr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4">
            <a:extLst>
              <a:ext uri="{FF2B5EF4-FFF2-40B4-BE49-F238E27FC236}">
                <a16:creationId xmlns:a16="http://schemas.microsoft.com/office/drawing/2014/main" id="{3CDC45A1-A8B8-4BA2-836E-8C587E2B6861}"/>
              </a:ext>
            </a:extLst>
          </p:cNvPr>
          <p:cNvSpPr/>
          <p:nvPr/>
        </p:nvSpPr>
        <p:spPr>
          <a:xfrm>
            <a:off x="10390569" y="2401641"/>
            <a:ext cx="464774" cy="574440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946C81E-49EE-48F6-A142-326837EDA16C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28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5421953"/>
            <a:ext cx="18288000" cy="4865047"/>
            <a:chOff x="0" y="0"/>
            <a:chExt cx="4816593" cy="12813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281329"/>
            </a:xfrm>
            <a:custGeom>
              <a:avLst/>
              <a:gdLst/>
              <a:ahLst/>
              <a:cxnLst/>
              <a:rect l="l" t="t" r="r" b="b"/>
              <a:pathLst>
                <a:path w="4816592" h="1281329">
                  <a:moveTo>
                    <a:pt x="0" y="0"/>
                  </a:moveTo>
                  <a:lnTo>
                    <a:pt x="4816592" y="0"/>
                  </a:lnTo>
                  <a:lnTo>
                    <a:pt x="4816592" y="1281329"/>
                  </a:lnTo>
                  <a:lnTo>
                    <a:pt x="0" y="1281329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194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04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2" name="Group 12"/>
          <p:cNvGrpSpPr/>
          <p:nvPr/>
        </p:nvGrpSpPr>
        <p:grpSpPr>
          <a:xfrm>
            <a:off x="6609650" y="2924809"/>
            <a:ext cx="5068699" cy="5514595"/>
            <a:chOff x="0" y="0"/>
            <a:chExt cx="1334966" cy="145240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540951" y="2924809"/>
            <a:ext cx="5068699" cy="5514595"/>
            <a:chOff x="0" y="0"/>
            <a:chExt cx="1334966" cy="1452404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678350" y="2924809"/>
            <a:ext cx="5068699" cy="5514595"/>
            <a:chOff x="0" y="0"/>
            <a:chExt cx="1334966" cy="145240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334966" cy="1452404"/>
            </a:xfrm>
            <a:custGeom>
              <a:avLst/>
              <a:gdLst/>
              <a:ahLst/>
              <a:cxnLst/>
              <a:rect l="l" t="t" r="r" b="b"/>
              <a:pathLst>
                <a:path w="1334966" h="1452404">
                  <a:moveTo>
                    <a:pt x="0" y="0"/>
                  </a:moveTo>
                  <a:lnTo>
                    <a:pt x="1334966" y="0"/>
                  </a:lnTo>
                  <a:lnTo>
                    <a:pt x="1334966" y="1452404"/>
                  </a:lnTo>
                  <a:lnTo>
                    <a:pt x="0" y="1452404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1334966" cy="14905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Freeform 21"/>
          <p:cNvSpPr/>
          <p:nvPr/>
        </p:nvSpPr>
        <p:spPr>
          <a:xfrm>
            <a:off x="632097" y="8513811"/>
            <a:ext cx="908854" cy="908854"/>
          </a:xfrm>
          <a:custGeom>
            <a:avLst/>
            <a:gdLst/>
            <a:ahLst/>
            <a:cxnLst/>
            <a:rect l="l" t="t" r="r" b="b"/>
            <a:pathLst>
              <a:path w="908854" h="908854">
                <a:moveTo>
                  <a:pt x="0" y="0"/>
                </a:moveTo>
                <a:lnTo>
                  <a:pt x="908854" y="0"/>
                </a:lnTo>
                <a:lnTo>
                  <a:pt x="908854" y="908855"/>
                </a:lnTo>
                <a:lnTo>
                  <a:pt x="0" y="9088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5689422" y="598254"/>
            <a:ext cx="3659497" cy="3659497"/>
          </a:xfrm>
          <a:custGeom>
            <a:avLst/>
            <a:gdLst/>
            <a:ahLst/>
            <a:cxnLst/>
            <a:rect l="l" t="t" r="r" b="b"/>
            <a:pathLst>
              <a:path w="3659497" h="3659497">
                <a:moveTo>
                  <a:pt x="0" y="0"/>
                </a:moveTo>
                <a:lnTo>
                  <a:pt x="3659496" y="0"/>
                </a:lnTo>
                <a:lnTo>
                  <a:pt x="3659496" y="3659497"/>
                </a:lnTo>
                <a:lnTo>
                  <a:pt x="0" y="3659497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540951" y="9422666"/>
            <a:ext cx="2906260" cy="1659483"/>
          </a:xfrm>
          <a:custGeom>
            <a:avLst/>
            <a:gdLst/>
            <a:ahLst/>
            <a:cxnLst/>
            <a:rect l="l" t="t" r="r" b="b"/>
            <a:pathLst>
              <a:path w="2906260" h="1659483">
                <a:moveTo>
                  <a:pt x="0" y="0"/>
                </a:moveTo>
                <a:lnTo>
                  <a:pt x="2906260" y="0"/>
                </a:lnTo>
                <a:lnTo>
                  <a:pt x="2906260" y="1659482"/>
                </a:lnTo>
                <a:lnTo>
                  <a:pt x="0" y="165948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b="-84590"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7120339" y="4667072"/>
            <a:ext cx="4047323" cy="334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Tujuan yang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ingin dicapai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dari dilakukannya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untuk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menjawab bagian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rumusan masalah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718528" y="1490623"/>
            <a:ext cx="8850944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 Penelitian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051639" y="4667072"/>
            <a:ext cx="4047323" cy="334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Tujuan yang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ingin dicapai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dari dilakukannya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untuk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menjawab bagian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rumusan masalah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312601" y="3151066"/>
            <a:ext cx="1525399" cy="721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41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01.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8385672" y="3151067"/>
            <a:ext cx="1516656" cy="721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41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02.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493350" y="3151067"/>
            <a:ext cx="1438698" cy="721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879"/>
              </a:lnSpc>
            </a:pPr>
            <a:r>
              <a:rPr lang="en-US" sz="41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03.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3563228" cy="8527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 dirty="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NEGERI MANADO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189038" y="4667072"/>
            <a:ext cx="4047323" cy="3347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Tujuan yang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ingin dicapai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dari dilakukannya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untuk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menjawab bagian</a:t>
            </a:r>
          </a:p>
          <a:p>
            <a:pPr algn="ctr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rumusan masalah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442749" y="4015937"/>
            <a:ext cx="3265103" cy="606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 Satu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11449" y="4015937"/>
            <a:ext cx="3265103" cy="606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 Dua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580148" y="4015937"/>
            <a:ext cx="3265103" cy="606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00"/>
              </a:lnSpc>
            </a:pPr>
            <a:r>
              <a:rPr lang="en-US" sz="3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Tujuan Tiga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81CC2E87-E026-4890-BC46-A8DCDF87030A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505" y="503294"/>
            <a:ext cx="942895" cy="9458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DA29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05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BFDDD2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Freeform 12"/>
          <p:cNvSpPr/>
          <p:nvPr/>
        </p:nvSpPr>
        <p:spPr>
          <a:xfrm>
            <a:off x="16315549" y="677272"/>
            <a:ext cx="1452071" cy="1457537"/>
          </a:xfrm>
          <a:custGeom>
            <a:avLst/>
            <a:gdLst/>
            <a:ahLst/>
            <a:cxnLst/>
            <a:rect l="l" t="t" r="r" b="b"/>
            <a:pathLst>
              <a:path w="1452071" h="1457537">
                <a:moveTo>
                  <a:pt x="0" y="0"/>
                </a:moveTo>
                <a:lnTo>
                  <a:pt x="1452072" y="0"/>
                </a:lnTo>
                <a:lnTo>
                  <a:pt x="1452072" y="1457537"/>
                </a:lnTo>
                <a:lnTo>
                  <a:pt x="0" y="145753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5555294" y="2275495"/>
            <a:ext cx="713130" cy="713130"/>
          </a:xfrm>
          <a:custGeom>
            <a:avLst/>
            <a:gdLst/>
            <a:ahLst/>
            <a:cxnLst/>
            <a:rect l="l" t="t" r="r" b="b"/>
            <a:pathLst>
              <a:path w="713130" h="713130">
                <a:moveTo>
                  <a:pt x="0" y="0"/>
                </a:moveTo>
                <a:lnTo>
                  <a:pt x="713131" y="0"/>
                </a:lnTo>
                <a:lnTo>
                  <a:pt x="713131" y="713130"/>
                </a:lnTo>
                <a:lnTo>
                  <a:pt x="0" y="713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-546230" y="6885480"/>
            <a:ext cx="3984149" cy="3984149"/>
          </a:xfrm>
          <a:custGeom>
            <a:avLst/>
            <a:gdLst/>
            <a:ahLst/>
            <a:cxnLst/>
            <a:rect l="l" t="t" r="r" b="b"/>
            <a:pathLst>
              <a:path w="3984149" h="3984149">
                <a:moveTo>
                  <a:pt x="0" y="0"/>
                </a:moveTo>
                <a:lnTo>
                  <a:pt x="3984149" y="0"/>
                </a:lnTo>
                <a:lnTo>
                  <a:pt x="3984149" y="3984148"/>
                </a:lnTo>
                <a:lnTo>
                  <a:pt x="0" y="398414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986928" y="7590541"/>
            <a:ext cx="1909190" cy="1546444"/>
          </a:xfrm>
          <a:custGeom>
            <a:avLst/>
            <a:gdLst/>
            <a:ahLst/>
            <a:cxnLst/>
            <a:rect l="l" t="t" r="r" b="b"/>
            <a:pathLst>
              <a:path w="1909190" h="1546444">
                <a:moveTo>
                  <a:pt x="0" y="0"/>
                </a:moveTo>
                <a:lnTo>
                  <a:pt x="1909190" y="0"/>
                </a:lnTo>
                <a:lnTo>
                  <a:pt x="1909190" y="1546444"/>
                </a:lnTo>
                <a:lnTo>
                  <a:pt x="0" y="154644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745693" y="3327717"/>
            <a:ext cx="8796615" cy="1193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99"/>
              </a:lnSpc>
            </a:pPr>
            <a:r>
              <a:rPr lang="en-US" sz="699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Landasan Teori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732706" y="4807267"/>
            <a:ext cx="12822589" cy="1835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Landasan teori adalah alur logika atau penalaran yang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merupakan konsep dan definisi yang disusun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secara sistematis.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FFFFFF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07</a:t>
            </a:r>
          </a:p>
        </p:txBody>
      </p:sp>
      <p:sp>
        <p:nvSpPr>
          <p:cNvPr id="11" name="AutoShape 11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>
            <a:off x="1219263" y="8370503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>
            <a:off x="1219263" y="3102381"/>
            <a:ext cx="15849473" cy="0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1238313" y="3083200"/>
            <a:ext cx="2587" cy="5306222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H="1" flipV="1">
            <a:off x="519309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AutoShape 16"/>
          <p:cNvSpPr/>
          <p:nvPr/>
        </p:nvSpPr>
        <p:spPr>
          <a:xfrm flipH="1" flipV="1">
            <a:off x="9145294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 flipV="1">
            <a:off x="13097490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8" name="AutoShape 18"/>
          <p:cNvSpPr/>
          <p:nvPr/>
        </p:nvSpPr>
        <p:spPr>
          <a:xfrm flipV="1">
            <a:off x="17049687" y="3092590"/>
            <a:ext cx="0" cy="5287443"/>
          </a:xfrm>
          <a:prstGeom prst="line">
            <a:avLst/>
          </a:prstGeom>
          <a:ln w="3810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9" name="Group 19"/>
          <p:cNvGrpSpPr/>
          <p:nvPr/>
        </p:nvGrpSpPr>
        <p:grpSpPr>
          <a:xfrm>
            <a:off x="6457175" y="3092590"/>
            <a:ext cx="1465528" cy="1491803"/>
            <a:chOff x="0" y="0"/>
            <a:chExt cx="798484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469462" y="3092590"/>
            <a:ext cx="1465528" cy="1491803"/>
            <a:chOff x="0" y="0"/>
            <a:chExt cx="798484" cy="8128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430002" y="3083191"/>
            <a:ext cx="1465528" cy="1491803"/>
            <a:chOff x="0" y="0"/>
            <a:chExt cx="798484" cy="8128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4229868" y="3083191"/>
            <a:ext cx="1465528" cy="1491803"/>
            <a:chOff x="0" y="0"/>
            <a:chExt cx="798484" cy="8128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798484" cy="812800"/>
            </a:xfrm>
            <a:custGeom>
              <a:avLst/>
              <a:gdLst/>
              <a:ahLst/>
              <a:cxnLst/>
              <a:rect l="l" t="t" r="r" b="b"/>
              <a:pathLst>
                <a:path w="798484" h="812800">
                  <a:moveTo>
                    <a:pt x="798484" y="0"/>
                  </a:moveTo>
                  <a:lnTo>
                    <a:pt x="798484" y="698500"/>
                  </a:lnTo>
                  <a:lnTo>
                    <a:pt x="399242" y="812800"/>
                  </a:lnTo>
                  <a:lnTo>
                    <a:pt x="0" y="698500"/>
                  </a:lnTo>
                  <a:lnTo>
                    <a:pt x="0" y="0"/>
                  </a:lnTo>
                  <a:lnTo>
                    <a:pt x="798484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38100"/>
              <a:ext cx="798484" cy="7366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1" name="Freeform 31"/>
          <p:cNvSpPr/>
          <p:nvPr/>
        </p:nvSpPr>
        <p:spPr>
          <a:xfrm>
            <a:off x="2822742" y="3417335"/>
            <a:ext cx="744393" cy="842312"/>
          </a:xfrm>
          <a:custGeom>
            <a:avLst/>
            <a:gdLst/>
            <a:ahLst/>
            <a:cxnLst/>
            <a:rect l="l" t="t" r="r" b="b"/>
            <a:pathLst>
              <a:path w="744393" h="842312">
                <a:moveTo>
                  <a:pt x="0" y="0"/>
                </a:moveTo>
                <a:lnTo>
                  <a:pt x="744393" y="0"/>
                </a:lnTo>
                <a:lnTo>
                  <a:pt x="744393" y="842312"/>
                </a:lnTo>
                <a:lnTo>
                  <a:pt x="0" y="84231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6745030" y="3426749"/>
            <a:ext cx="889817" cy="823485"/>
          </a:xfrm>
          <a:custGeom>
            <a:avLst/>
            <a:gdLst/>
            <a:ahLst/>
            <a:cxnLst/>
            <a:rect l="l" t="t" r="r" b="b"/>
            <a:pathLst>
              <a:path w="889817" h="823485">
                <a:moveTo>
                  <a:pt x="0" y="0"/>
                </a:moveTo>
                <a:lnTo>
                  <a:pt x="889817" y="0"/>
                </a:lnTo>
                <a:lnTo>
                  <a:pt x="889817" y="823485"/>
                </a:lnTo>
                <a:lnTo>
                  <a:pt x="0" y="82348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33" name="Freeform 33"/>
          <p:cNvSpPr/>
          <p:nvPr/>
        </p:nvSpPr>
        <p:spPr>
          <a:xfrm>
            <a:off x="10757966" y="3416025"/>
            <a:ext cx="809600" cy="844933"/>
          </a:xfrm>
          <a:custGeom>
            <a:avLst/>
            <a:gdLst/>
            <a:ahLst/>
            <a:cxnLst/>
            <a:rect l="l" t="t" r="r" b="b"/>
            <a:pathLst>
              <a:path w="809600" h="844933">
                <a:moveTo>
                  <a:pt x="0" y="0"/>
                </a:moveTo>
                <a:lnTo>
                  <a:pt x="809600" y="0"/>
                </a:lnTo>
                <a:lnTo>
                  <a:pt x="809600" y="844933"/>
                </a:lnTo>
                <a:lnTo>
                  <a:pt x="0" y="84493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622394" y="3417973"/>
            <a:ext cx="680475" cy="841037"/>
          </a:xfrm>
          <a:custGeom>
            <a:avLst/>
            <a:gdLst/>
            <a:ahLst/>
            <a:cxnLst/>
            <a:rect l="l" t="t" r="r" b="b"/>
            <a:pathLst>
              <a:path w="680475" h="841037">
                <a:moveTo>
                  <a:pt x="0" y="0"/>
                </a:moveTo>
                <a:lnTo>
                  <a:pt x="680476" y="0"/>
                </a:lnTo>
                <a:lnTo>
                  <a:pt x="680476" y="841037"/>
                </a:lnTo>
                <a:lnTo>
                  <a:pt x="0" y="84103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4869273" y="-2098748"/>
            <a:ext cx="3705427" cy="3905589"/>
          </a:xfrm>
          <a:custGeom>
            <a:avLst/>
            <a:gdLst/>
            <a:ahLst/>
            <a:cxnLst/>
            <a:rect l="l" t="t" r="r" b="b"/>
            <a:pathLst>
              <a:path w="3705427" h="3905589">
                <a:moveTo>
                  <a:pt x="0" y="0"/>
                </a:moveTo>
                <a:lnTo>
                  <a:pt x="3705427" y="0"/>
                </a:lnTo>
                <a:lnTo>
                  <a:pt x="3705427" y="3905589"/>
                </a:lnTo>
                <a:lnTo>
                  <a:pt x="0" y="3905589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5302870" y="1279101"/>
            <a:ext cx="1073337" cy="1073337"/>
          </a:xfrm>
          <a:custGeom>
            <a:avLst/>
            <a:gdLst/>
            <a:ahLst/>
            <a:cxnLst/>
            <a:rect l="l" t="t" r="r" b="b"/>
            <a:pathLst>
              <a:path w="1073337" h="1073337">
                <a:moveTo>
                  <a:pt x="0" y="0"/>
                </a:moveTo>
                <a:lnTo>
                  <a:pt x="1073336" y="0"/>
                </a:lnTo>
                <a:lnTo>
                  <a:pt x="1073336" y="1073337"/>
                </a:lnTo>
                <a:lnTo>
                  <a:pt x="0" y="10733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16147931" y="227385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38" name="Freeform 38"/>
          <p:cNvSpPr/>
          <p:nvPr/>
        </p:nvSpPr>
        <p:spPr>
          <a:xfrm>
            <a:off x="560067" y="8446709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6" y="0"/>
                </a:lnTo>
                <a:lnTo>
                  <a:pt x="659196" y="659197"/>
                </a:lnTo>
                <a:lnTo>
                  <a:pt x="0" y="65919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39" name="TextBox 39"/>
          <p:cNvSpPr txBox="1"/>
          <p:nvPr/>
        </p:nvSpPr>
        <p:spPr>
          <a:xfrm>
            <a:off x="4075378" y="1551020"/>
            <a:ext cx="10137245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Penelitian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80589" y="4787420"/>
            <a:ext cx="324327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Satu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5592936" y="4787420"/>
            <a:ext cx="3194006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Dua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14327" y="4754400"/>
            <a:ext cx="309687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Tiga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203278" y="4787420"/>
            <a:ext cx="3518708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Metode Empat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66014" y="5466822"/>
            <a:ext cx="3257849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16668" y="5466822"/>
            <a:ext cx="3346542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556014" y="5466822"/>
            <a:ext cx="3213503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3462322" y="5466822"/>
            <a:ext cx="3000620" cy="265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Metode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</a:t>
            </a:r>
          </a:p>
          <a:p>
            <a:pPr algn="ctr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 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50" name="Freeform 50"/>
          <p:cNvSpPr/>
          <p:nvPr/>
        </p:nvSpPr>
        <p:spPr>
          <a:xfrm>
            <a:off x="1250990" y="9157302"/>
            <a:ext cx="659197" cy="659197"/>
          </a:xfrm>
          <a:custGeom>
            <a:avLst/>
            <a:gdLst/>
            <a:ahLst/>
            <a:cxnLst/>
            <a:rect l="l" t="t" r="r" b="b"/>
            <a:pathLst>
              <a:path w="659197" h="659197">
                <a:moveTo>
                  <a:pt x="0" y="0"/>
                </a:moveTo>
                <a:lnTo>
                  <a:pt x="659197" y="0"/>
                </a:lnTo>
                <a:lnTo>
                  <a:pt x="659197" y="659196"/>
                </a:lnTo>
                <a:lnTo>
                  <a:pt x="0" y="65919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468736" y="7312653"/>
            <a:ext cx="4567570" cy="4567570"/>
          </a:xfrm>
          <a:custGeom>
            <a:avLst/>
            <a:gdLst/>
            <a:ahLst/>
            <a:cxnLst/>
            <a:rect l="l" t="t" r="r" b="b"/>
            <a:pathLst>
              <a:path w="4567570" h="4567570">
                <a:moveTo>
                  <a:pt x="0" y="0"/>
                </a:moveTo>
                <a:lnTo>
                  <a:pt x="4567569" y="0"/>
                </a:lnTo>
                <a:lnTo>
                  <a:pt x="4567569" y="4567570"/>
                </a:lnTo>
                <a:lnTo>
                  <a:pt x="0" y="456757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rot="-3620519">
            <a:off x="15344460" y="-725042"/>
            <a:ext cx="2439080" cy="4207555"/>
          </a:xfrm>
          <a:custGeom>
            <a:avLst/>
            <a:gdLst/>
            <a:ahLst/>
            <a:cxnLst/>
            <a:rect l="l" t="t" r="r" b="b"/>
            <a:pathLst>
              <a:path w="2439080" h="4207555">
                <a:moveTo>
                  <a:pt x="0" y="0"/>
                </a:moveTo>
                <a:lnTo>
                  <a:pt x="2439080" y="0"/>
                </a:lnTo>
                <a:lnTo>
                  <a:pt x="2439080" y="4207555"/>
                </a:lnTo>
                <a:lnTo>
                  <a:pt x="0" y="420755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08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1682076" y="3430588"/>
            <a:ext cx="4266133" cy="2133067"/>
            <a:chOff x="0" y="0"/>
            <a:chExt cx="812800" cy="406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5234648" y="3430588"/>
            <a:ext cx="4266133" cy="2133067"/>
            <a:chOff x="0" y="0"/>
            <a:chExt cx="812800" cy="406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8787219" y="3430588"/>
            <a:ext cx="4266133" cy="2133067"/>
            <a:chOff x="0" y="0"/>
            <a:chExt cx="812800" cy="406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2339791" y="3430588"/>
            <a:ext cx="4266133" cy="2133067"/>
            <a:chOff x="0" y="0"/>
            <a:chExt cx="812800" cy="406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12800" cy="406400"/>
            </a:xfrm>
            <a:custGeom>
              <a:avLst/>
              <a:gdLst/>
              <a:ahLst/>
              <a:cxnLst/>
              <a:rect l="l" t="t" r="r" b="b"/>
              <a:pathLst>
                <a:path w="812800" h="406400">
                  <a:moveTo>
                    <a:pt x="0" y="0"/>
                  </a:moveTo>
                  <a:lnTo>
                    <a:pt x="609600" y="0"/>
                  </a:lnTo>
                  <a:lnTo>
                    <a:pt x="812800" y="203200"/>
                  </a:lnTo>
                  <a:lnTo>
                    <a:pt x="609600" y="406400"/>
                  </a:lnTo>
                  <a:lnTo>
                    <a:pt x="0" y="406400"/>
                  </a:lnTo>
                  <a:lnTo>
                    <a:pt x="203200" y="2032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25" name="TextBox 25"/>
            <p:cNvSpPr txBox="1"/>
            <p:nvPr/>
          </p:nvSpPr>
          <p:spPr>
            <a:xfrm>
              <a:off x="177800" y="-38100"/>
              <a:ext cx="558800" cy="444500"/>
            </a:xfrm>
            <a:prstGeom prst="rect">
              <a:avLst/>
            </a:prstGeom>
          </p:spPr>
          <p:txBody>
            <a:bodyPr lIns="55976" tIns="55976" rIns="55976" bIns="55976" rtlCol="0" anchor="ctr"/>
            <a:lstStyle/>
            <a:p>
              <a:pPr algn="ctr">
                <a:lnSpc>
                  <a:spcPts val="2660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3253886" y="8877554"/>
            <a:ext cx="962217" cy="962217"/>
          </a:xfrm>
          <a:custGeom>
            <a:avLst/>
            <a:gdLst/>
            <a:ahLst/>
            <a:cxnLst/>
            <a:rect l="l" t="t" r="r" b="b"/>
            <a:pathLst>
              <a:path w="962217" h="962217">
                <a:moveTo>
                  <a:pt x="0" y="0"/>
                </a:moveTo>
                <a:lnTo>
                  <a:pt x="962217" y="0"/>
                </a:lnTo>
                <a:lnTo>
                  <a:pt x="962217" y="962217"/>
                </a:lnTo>
                <a:lnTo>
                  <a:pt x="0" y="96221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4149357" y="857314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8" name="TextBox 28"/>
          <p:cNvSpPr txBox="1"/>
          <p:nvPr/>
        </p:nvSpPr>
        <p:spPr>
          <a:xfrm>
            <a:off x="4936150" y="1939801"/>
            <a:ext cx="8415700" cy="1120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Penelitian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830974" y="4010978"/>
            <a:ext cx="2457406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97231" y="4010978"/>
            <a:ext cx="2389988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999195" y="4010978"/>
            <a:ext cx="2249399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3501027" y="4008172"/>
            <a:ext cx="2369851" cy="1044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</a:t>
            </a:r>
          </a:p>
          <a:p>
            <a:pPr algn="ctr">
              <a:lnSpc>
                <a:spcPts val="3999"/>
              </a:lnSpc>
            </a:pPr>
            <a:r>
              <a:rPr lang="en-US" sz="39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4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5845" y="5730886"/>
            <a:ext cx="293178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Satu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399272" y="5730886"/>
            <a:ext cx="293178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Dua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69877" y="5730886"/>
            <a:ext cx="2931788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Tiga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072226" y="5730886"/>
            <a:ext cx="3217563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Proses Empat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45845" y="6371045"/>
            <a:ext cx="3859113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penelitian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halaman ini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399272" y="6371045"/>
            <a:ext cx="3776291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penelitian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halaman ini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269877" y="6371045"/>
            <a:ext cx="3708035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penelitian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halaman ini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3072226" y="6371045"/>
            <a:ext cx="3733128" cy="1590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Proses penelitian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</a:t>
            </a:r>
          </a:p>
          <a:p>
            <a:pPr algn="l">
              <a:lnSpc>
                <a:spcPts val="4200"/>
              </a:lnSpc>
            </a:pPr>
            <a:r>
              <a:rPr lang="en-US" sz="30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pada halaman ini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777032" y="8227689"/>
            <a:ext cx="3304243" cy="3304243"/>
          </a:xfrm>
          <a:custGeom>
            <a:avLst/>
            <a:gdLst/>
            <a:ahLst/>
            <a:cxnLst/>
            <a:rect l="l" t="t" r="r" b="b"/>
            <a:pathLst>
              <a:path w="3304243" h="3304243">
                <a:moveTo>
                  <a:pt x="0" y="0"/>
                </a:moveTo>
                <a:lnTo>
                  <a:pt x="3304244" y="0"/>
                </a:lnTo>
                <a:lnTo>
                  <a:pt x="3304244" y="3304243"/>
                </a:lnTo>
                <a:lnTo>
                  <a:pt x="0" y="330424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857121" y="6106625"/>
            <a:ext cx="3380275" cy="3380275"/>
          </a:xfrm>
          <a:custGeom>
            <a:avLst/>
            <a:gdLst/>
            <a:ahLst/>
            <a:cxnLst/>
            <a:rect l="l" t="t" r="r" b="b"/>
            <a:pathLst>
              <a:path w="3380275" h="3380275">
                <a:moveTo>
                  <a:pt x="0" y="0"/>
                </a:moveTo>
                <a:lnTo>
                  <a:pt x="3380276" y="0"/>
                </a:lnTo>
                <a:lnTo>
                  <a:pt x="3380276" y="3380275"/>
                </a:lnTo>
                <a:lnTo>
                  <a:pt x="0" y="33802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380637" y="-611753"/>
            <a:ext cx="4271475" cy="3459895"/>
          </a:xfrm>
          <a:custGeom>
            <a:avLst/>
            <a:gdLst/>
            <a:ahLst/>
            <a:cxnLst/>
            <a:rect l="l" t="t" r="r" b="b"/>
            <a:pathLst>
              <a:path w="4271475" h="3459895">
                <a:moveTo>
                  <a:pt x="0" y="3459895"/>
                </a:moveTo>
                <a:lnTo>
                  <a:pt x="4271475" y="3459895"/>
                </a:lnTo>
                <a:lnTo>
                  <a:pt x="4271475" y="0"/>
                </a:lnTo>
                <a:lnTo>
                  <a:pt x="0" y="0"/>
                </a:lnTo>
                <a:lnTo>
                  <a:pt x="0" y="3459895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09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2904155" y="3351495"/>
            <a:ext cx="6405070" cy="4495194"/>
          </a:xfrm>
          <a:custGeom>
            <a:avLst/>
            <a:gdLst/>
            <a:ahLst/>
            <a:cxnLst/>
            <a:rect l="l" t="t" r="r" b="b"/>
            <a:pathLst>
              <a:path w="6405070" h="4495194">
                <a:moveTo>
                  <a:pt x="0" y="0"/>
                </a:moveTo>
                <a:lnTo>
                  <a:pt x="6405069" y="0"/>
                </a:lnTo>
                <a:lnTo>
                  <a:pt x="6405069" y="4495194"/>
                </a:lnTo>
                <a:lnTo>
                  <a:pt x="0" y="449519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grpSp>
        <p:nvGrpSpPr>
          <p:cNvPr id="16" name="Group 16"/>
          <p:cNvGrpSpPr/>
          <p:nvPr/>
        </p:nvGrpSpPr>
        <p:grpSpPr>
          <a:xfrm>
            <a:off x="16368649" y="2629502"/>
            <a:ext cx="1150521" cy="1006706"/>
            <a:chOff x="0" y="0"/>
            <a:chExt cx="812800" cy="7112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4710688" y="1465545"/>
            <a:ext cx="88666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500"/>
              </a:lnSpc>
            </a:pPr>
            <a:r>
              <a:rPr lang="en-US" sz="7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Penelitian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0536617" y="3569532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536617" y="5781437"/>
            <a:ext cx="4847228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613273" y="6860445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7458936"/>
            <a:ext cx="3878430" cy="3141528"/>
          </a:xfrm>
          <a:custGeom>
            <a:avLst/>
            <a:gdLst/>
            <a:ahLst/>
            <a:cxnLst/>
            <a:rect l="l" t="t" r="r" b="b"/>
            <a:pathLst>
              <a:path w="3878430" h="3141528">
                <a:moveTo>
                  <a:pt x="0" y="0"/>
                </a:moveTo>
                <a:lnTo>
                  <a:pt x="3878430" y="0"/>
                </a:lnTo>
                <a:lnTo>
                  <a:pt x="3878430" y="3141528"/>
                </a:lnTo>
                <a:lnTo>
                  <a:pt x="0" y="31415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10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Freeform 14"/>
          <p:cNvSpPr/>
          <p:nvPr/>
        </p:nvSpPr>
        <p:spPr>
          <a:xfrm>
            <a:off x="3198978" y="2441475"/>
            <a:ext cx="4845072" cy="4845072"/>
          </a:xfrm>
          <a:custGeom>
            <a:avLst/>
            <a:gdLst/>
            <a:ahLst/>
            <a:cxnLst/>
            <a:rect l="l" t="t" r="r" b="b"/>
            <a:pathLst>
              <a:path w="4845072" h="4845072">
                <a:moveTo>
                  <a:pt x="0" y="0"/>
                </a:moveTo>
                <a:lnTo>
                  <a:pt x="4845071" y="0"/>
                </a:lnTo>
                <a:lnTo>
                  <a:pt x="4845071" y="4845071"/>
                </a:lnTo>
                <a:lnTo>
                  <a:pt x="0" y="484507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5407088" y="-626487"/>
            <a:ext cx="3268995" cy="3445581"/>
          </a:xfrm>
          <a:custGeom>
            <a:avLst/>
            <a:gdLst/>
            <a:ahLst/>
            <a:cxnLst/>
            <a:rect l="l" t="t" r="r" b="b"/>
            <a:pathLst>
              <a:path w="3268995" h="3445581">
                <a:moveTo>
                  <a:pt x="0" y="0"/>
                </a:moveTo>
                <a:lnTo>
                  <a:pt x="3268994" y="0"/>
                </a:lnTo>
                <a:lnTo>
                  <a:pt x="3268994" y="3445580"/>
                </a:lnTo>
                <a:lnTo>
                  <a:pt x="0" y="344558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16066996" y="2441475"/>
            <a:ext cx="1089258" cy="1089258"/>
          </a:xfrm>
          <a:custGeom>
            <a:avLst/>
            <a:gdLst/>
            <a:ahLst/>
            <a:cxnLst/>
            <a:rect l="l" t="t" r="r" b="b"/>
            <a:pathLst>
              <a:path w="1089258" h="1089258">
                <a:moveTo>
                  <a:pt x="0" y="0"/>
                </a:moveTo>
                <a:lnTo>
                  <a:pt x="1089258" y="0"/>
                </a:lnTo>
                <a:lnTo>
                  <a:pt x="1089258" y="1089258"/>
                </a:lnTo>
                <a:lnTo>
                  <a:pt x="0" y="1089258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240901" y="6314379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803773" y="3359880"/>
            <a:ext cx="4864014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Grafik &amp; Penelitian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760788" y="5079905"/>
            <a:ext cx="4906999" cy="1780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anda tuliskan pada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halaman ini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4827940" y="-1590389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11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Freeform 13"/>
          <p:cNvSpPr/>
          <p:nvPr/>
        </p:nvSpPr>
        <p:spPr>
          <a:xfrm>
            <a:off x="2613995" y="2710511"/>
            <a:ext cx="5223803" cy="5223803"/>
          </a:xfrm>
          <a:custGeom>
            <a:avLst/>
            <a:gdLst/>
            <a:ahLst/>
            <a:cxnLst/>
            <a:rect l="l" t="t" r="r" b="b"/>
            <a:pathLst>
              <a:path w="5223803" h="5223803">
                <a:moveTo>
                  <a:pt x="0" y="0"/>
                </a:moveTo>
                <a:lnTo>
                  <a:pt x="5223803" y="0"/>
                </a:lnTo>
                <a:lnTo>
                  <a:pt x="5223803" y="5223803"/>
                </a:lnTo>
                <a:lnTo>
                  <a:pt x="0" y="522380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 rot="-2095306">
            <a:off x="2142521" y="6039150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0" y="0"/>
                </a:moveTo>
                <a:lnTo>
                  <a:pt x="923622" y="0"/>
                </a:lnTo>
                <a:lnTo>
                  <a:pt x="923622" y="491829"/>
                </a:lnTo>
                <a:lnTo>
                  <a:pt x="0" y="49182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 rot="-164999" flipH="1">
            <a:off x="7000403" y="6306938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2" y="0"/>
                </a:moveTo>
                <a:lnTo>
                  <a:pt x="0" y="0"/>
                </a:lnTo>
                <a:lnTo>
                  <a:pt x="0" y="491829"/>
                </a:lnTo>
                <a:lnTo>
                  <a:pt x="923622" y="491829"/>
                </a:lnTo>
                <a:lnTo>
                  <a:pt x="923622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 rot="-3447596" flipH="1">
            <a:off x="3754293" y="2464596"/>
            <a:ext cx="923622" cy="491829"/>
          </a:xfrm>
          <a:custGeom>
            <a:avLst/>
            <a:gdLst/>
            <a:ahLst/>
            <a:cxnLst/>
            <a:rect l="l" t="t" r="r" b="b"/>
            <a:pathLst>
              <a:path w="923622" h="491829">
                <a:moveTo>
                  <a:pt x="923621" y="0"/>
                </a:moveTo>
                <a:lnTo>
                  <a:pt x="0" y="0"/>
                </a:lnTo>
                <a:lnTo>
                  <a:pt x="0" y="491829"/>
                </a:lnTo>
                <a:lnTo>
                  <a:pt x="923621" y="491829"/>
                </a:lnTo>
                <a:lnTo>
                  <a:pt x="923621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>
            <a:off x="16072216" y="2095786"/>
            <a:ext cx="1078817" cy="943965"/>
            <a:chOff x="0" y="0"/>
            <a:chExt cx="812800" cy="7112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E4E4E4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885340" y="3108053"/>
            <a:ext cx="695300" cy="608388"/>
            <a:chOff x="0" y="0"/>
            <a:chExt cx="812800" cy="7112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22" name="TextBox 22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3" name="Freeform 23"/>
          <p:cNvSpPr/>
          <p:nvPr/>
        </p:nvSpPr>
        <p:spPr>
          <a:xfrm>
            <a:off x="338804" y="8877554"/>
            <a:ext cx="934267" cy="934267"/>
          </a:xfrm>
          <a:custGeom>
            <a:avLst/>
            <a:gdLst/>
            <a:ahLst/>
            <a:cxnLst/>
            <a:rect l="l" t="t" r="r" b="b"/>
            <a:pathLst>
              <a:path w="934267" h="934267">
                <a:moveTo>
                  <a:pt x="0" y="0"/>
                </a:moveTo>
                <a:lnTo>
                  <a:pt x="934266" y="0"/>
                </a:lnTo>
                <a:lnTo>
                  <a:pt x="934266" y="934267"/>
                </a:lnTo>
                <a:lnTo>
                  <a:pt x="0" y="934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9809668" y="151539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809668" y="3862356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809668" y="6339077"/>
            <a:ext cx="2042352" cy="580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809668" y="223866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809668" y="4581011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809668" y="7062342"/>
            <a:ext cx="5741723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Hasil penelitian dapat anda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tuliskan pada halaman ini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64859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A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41976" y="6753965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B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531036" y="2000536"/>
            <a:ext cx="1681786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Hasil 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236675" y="2770483"/>
            <a:ext cx="6104024" cy="1295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500"/>
              </a:lnSpc>
            </a:pPr>
            <a:r>
              <a:rPr lang="en-US" sz="7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Kesimpulan</a:t>
            </a:r>
          </a:p>
        </p:txBody>
      </p:sp>
      <p:sp>
        <p:nvSpPr>
          <p:cNvPr id="3" name="Freeform 3"/>
          <p:cNvSpPr/>
          <p:nvPr/>
        </p:nvSpPr>
        <p:spPr>
          <a:xfrm>
            <a:off x="389196" y="7453479"/>
            <a:ext cx="4072345" cy="4066842"/>
          </a:xfrm>
          <a:custGeom>
            <a:avLst/>
            <a:gdLst/>
            <a:ahLst/>
            <a:cxnLst/>
            <a:rect l="l" t="t" r="r" b="b"/>
            <a:pathLst>
              <a:path w="4072345" h="4066842">
                <a:moveTo>
                  <a:pt x="0" y="0"/>
                </a:moveTo>
                <a:lnTo>
                  <a:pt x="4072345" y="0"/>
                </a:lnTo>
                <a:lnTo>
                  <a:pt x="4072345" y="4066842"/>
                </a:lnTo>
                <a:lnTo>
                  <a:pt x="0" y="40668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 flipV="1">
            <a:off x="14729434" y="-317609"/>
            <a:ext cx="4180831" cy="3386473"/>
          </a:xfrm>
          <a:custGeom>
            <a:avLst/>
            <a:gdLst/>
            <a:ahLst/>
            <a:cxnLst/>
            <a:rect l="l" t="t" r="r" b="b"/>
            <a:pathLst>
              <a:path w="4180831" h="3386473">
                <a:moveTo>
                  <a:pt x="0" y="3386473"/>
                </a:moveTo>
                <a:lnTo>
                  <a:pt x="4180831" y="3386473"/>
                </a:lnTo>
                <a:lnTo>
                  <a:pt x="4180831" y="0"/>
                </a:lnTo>
                <a:lnTo>
                  <a:pt x="0" y="0"/>
                </a:lnTo>
                <a:lnTo>
                  <a:pt x="0" y="33864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12</a:t>
            </a:r>
          </a:p>
        </p:txBody>
      </p:sp>
      <p:sp>
        <p:nvSpPr>
          <p:cNvPr id="14" name="AutoShape 14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AutoShape 15"/>
          <p:cNvSpPr/>
          <p:nvPr/>
        </p:nvSpPr>
        <p:spPr>
          <a:xfrm flipV="1">
            <a:off x="8324030" y="2922817"/>
            <a:ext cx="0" cy="419836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6" name="Freeform 16"/>
          <p:cNvSpPr/>
          <p:nvPr/>
        </p:nvSpPr>
        <p:spPr>
          <a:xfrm>
            <a:off x="3679812" y="6770983"/>
            <a:ext cx="1072583" cy="1072583"/>
          </a:xfrm>
          <a:custGeom>
            <a:avLst/>
            <a:gdLst/>
            <a:ahLst/>
            <a:cxnLst/>
            <a:rect l="l" t="t" r="r" b="b"/>
            <a:pathLst>
              <a:path w="1072583" h="1072583">
                <a:moveTo>
                  <a:pt x="0" y="0"/>
                </a:moveTo>
                <a:lnTo>
                  <a:pt x="1072583" y="0"/>
                </a:lnTo>
                <a:lnTo>
                  <a:pt x="1072583" y="1072583"/>
                </a:lnTo>
                <a:lnTo>
                  <a:pt x="0" y="10725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8961631" y="2856208"/>
            <a:ext cx="7351080" cy="2380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Kesimpulan merupakan hasil dari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yang telah dilakukan,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penjabarannya dapat anda tuliskan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dihalaman ini.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961631" y="5522573"/>
            <a:ext cx="7351080" cy="1180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Hal tersebut menjadi kesimpulan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penelitian ini dilakukan.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  <p:sp>
        <p:nvSpPr>
          <p:cNvPr id="21" name="Freeform 21"/>
          <p:cNvSpPr/>
          <p:nvPr/>
        </p:nvSpPr>
        <p:spPr>
          <a:xfrm>
            <a:off x="14023509" y="649617"/>
            <a:ext cx="1792620" cy="1452022"/>
          </a:xfrm>
          <a:custGeom>
            <a:avLst/>
            <a:gdLst/>
            <a:ahLst/>
            <a:cxnLst/>
            <a:rect l="l" t="t" r="r" b="b"/>
            <a:pathLst>
              <a:path w="1792620" h="1452022">
                <a:moveTo>
                  <a:pt x="0" y="0"/>
                </a:moveTo>
                <a:lnTo>
                  <a:pt x="1792620" y="0"/>
                </a:lnTo>
                <a:lnTo>
                  <a:pt x="1792620" y="1452022"/>
                </a:lnTo>
                <a:lnTo>
                  <a:pt x="0" y="14520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5143500"/>
            <a:chOff x="0" y="0"/>
            <a:chExt cx="4816593" cy="13546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1354667"/>
            </a:xfrm>
            <a:custGeom>
              <a:avLst/>
              <a:gdLst/>
              <a:ahLst/>
              <a:cxnLst/>
              <a:rect l="l" t="t" r="r" b="b"/>
              <a:pathLst>
                <a:path w="4816592" h="1354667">
                  <a:moveTo>
                    <a:pt x="0" y="0"/>
                  </a:moveTo>
                  <a:lnTo>
                    <a:pt x="4816592" y="0"/>
                  </a:lnTo>
                  <a:lnTo>
                    <a:pt x="4816592" y="1354667"/>
                  </a:lnTo>
                  <a:lnTo>
                    <a:pt x="0" y="1354667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816593" cy="1392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-1793761" y="6435839"/>
            <a:ext cx="5644923" cy="5644923"/>
          </a:xfrm>
          <a:custGeom>
            <a:avLst/>
            <a:gdLst/>
            <a:ahLst/>
            <a:cxnLst/>
            <a:rect l="l" t="t" r="r" b="b"/>
            <a:pathLst>
              <a:path w="5644923" h="5644923">
                <a:moveTo>
                  <a:pt x="0" y="0"/>
                </a:moveTo>
                <a:lnTo>
                  <a:pt x="5644922" y="0"/>
                </a:lnTo>
                <a:lnTo>
                  <a:pt x="5644922" y="5644922"/>
                </a:lnTo>
                <a:lnTo>
                  <a:pt x="0" y="564492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13</a:t>
            </a:r>
          </a:p>
        </p:txBody>
      </p:sp>
      <p:sp>
        <p:nvSpPr>
          <p:cNvPr id="12" name="AutoShape 12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2589302" y="2571750"/>
            <a:ext cx="3214911" cy="5803986"/>
            <a:chOff x="0" y="0"/>
            <a:chExt cx="4762500" cy="85979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8"/>
              <a:stretch>
                <a:fillRect l="-85484" r="-85484"/>
              </a:stretch>
            </a:blipFill>
          </p:spPr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2483787" y="2571750"/>
            <a:ext cx="3214911" cy="5803986"/>
            <a:chOff x="0" y="0"/>
            <a:chExt cx="4762500" cy="85979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762500" cy="8597900"/>
            </a:xfrm>
            <a:custGeom>
              <a:avLst/>
              <a:gdLst/>
              <a:ahLst/>
              <a:cxnLst/>
              <a:rect l="l" t="t" r="r" b="b"/>
              <a:pathLst>
                <a:path w="4762500" h="8597900">
                  <a:moveTo>
                    <a:pt x="4762500" y="254000"/>
                  </a:moveTo>
                  <a:lnTo>
                    <a:pt x="4762500" y="8343900"/>
                  </a:lnTo>
                  <a:cubicBezTo>
                    <a:pt x="4762500" y="8484235"/>
                    <a:pt x="4648835" y="8597900"/>
                    <a:pt x="4508500" y="8597900"/>
                  </a:cubicBezTo>
                  <a:lnTo>
                    <a:pt x="254000" y="8597900"/>
                  </a:lnTo>
                  <a:cubicBezTo>
                    <a:pt x="113665" y="8597900"/>
                    <a:pt x="0" y="8484235"/>
                    <a:pt x="0" y="8343900"/>
                  </a:cubicBezTo>
                  <a:lnTo>
                    <a:pt x="0" y="254000"/>
                  </a:lnTo>
                  <a:cubicBezTo>
                    <a:pt x="0" y="113665"/>
                    <a:pt x="113665" y="0"/>
                    <a:pt x="254000" y="0"/>
                  </a:cubicBezTo>
                  <a:lnTo>
                    <a:pt x="4508500" y="0"/>
                  </a:lnTo>
                  <a:cubicBezTo>
                    <a:pt x="4648835" y="0"/>
                    <a:pt x="4762500" y="113665"/>
                    <a:pt x="4762500" y="254000"/>
                  </a:cubicBezTo>
                  <a:close/>
                </a:path>
              </a:pathLst>
            </a:custGeom>
            <a:blipFill>
              <a:blip r:embed="rId9"/>
              <a:stretch>
                <a:fillRect l="-18368" r="-1911"/>
              </a:stretch>
            </a:blipFill>
          </p:spPr>
        </p:sp>
      </p:grpSp>
      <p:grpSp>
        <p:nvGrpSpPr>
          <p:cNvPr id="17" name="Group 17"/>
          <p:cNvGrpSpPr>
            <a:grpSpLocks noChangeAspect="1"/>
          </p:cNvGrpSpPr>
          <p:nvPr/>
        </p:nvGrpSpPr>
        <p:grpSpPr>
          <a:xfrm>
            <a:off x="6004081" y="5874258"/>
            <a:ext cx="6253695" cy="2501478"/>
            <a:chOff x="0" y="0"/>
            <a:chExt cx="6350000" cy="25400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350000" cy="2540000"/>
            </a:xfrm>
            <a:custGeom>
              <a:avLst/>
              <a:gdLst/>
              <a:ahLst/>
              <a:cxnLst/>
              <a:rect l="l" t="t" r="r" b="b"/>
              <a:pathLst>
                <a:path w="6350000" h="2540000">
                  <a:moveTo>
                    <a:pt x="0" y="2159000"/>
                  </a:moveTo>
                  <a:lnTo>
                    <a:pt x="0" y="381000"/>
                  </a:lnTo>
                  <a:cubicBezTo>
                    <a:pt x="0" y="170180"/>
                    <a:pt x="170180" y="0"/>
                    <a:pt x="381000" y="0"/>
                  </a:cubicBezTo>
                  <a:lnTo>
                    <a:pt x="5969000" y="0"/>
                  </a:lnTo>
                  <a:cubicBezTo>
                    <a:pt x="6179820" y="0"/>
                    <a:pt x="6350000" y="170180"/>
                    <a:pt x="6350000" y="381000"/>
                  </a:cubicBezTo>
                  <a:lnTo>
                    <a:pt x="6350000" y="2159000"/>
                  </a:lnTo>
                  <a:cubicBezTo>
                    <a:pt x="6350000" y="2369820"/>
                    <a:pt x="6179820" y="2540000"/>
                    <a:pt x="5969000" y="2540000"/>
                  </a:cubicBezTo>
                  <a:lnTo>
                    <a:pt x="381000" y="2540000"/>
                  </a:lnTo>
                  <a:cubicBezTo>
                    <a:pt x="170180" y="2540000"/>
                    <a:pt x="0" y="2369820"/>
                    <a:pt x="0" y="2159000"/>
                  </a:cubicBezTo>
                  <a:close/>
                </a:path>
              </a:pathLst>
            </a:custGeom>
            <a:blipFill>
              <a:blip r:embed="rId10"/>
              <a:stretch>
                <a:fillRect t="-33437" b="-33437"/>
              </a:stretch>
            </a:blipFill>
          </p:spPr>
        </p:sp>
      </p:grpSp>
      <p:grpSp>
        <p:nvGrpSpPr>
          <p:cNvPr id="19" name="Group 19"/>
          <p:cNvGrpSpPr>
            <a:grpSpLocks noChangeAspect="1"/>
          </p:cNvGrpSpPr>
          <p:nvPr/>
        </p:nvGrpSpPr>
        <p:grpSpPr>
          <a:xfrm>
            <a:off x="6065796" y="2579012"/>
            <a:ext cx="2983184" cy="2983184"/>
            <a:chOff x="0" y="0"/>
            <a:chExt cx="6350000" cy="63500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1"/>
              <a:stretch>
                <a:fillRect l="-24906" r="-24906"/>
              </a:stretch>
            </a:blipFill>
          </p:spPr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9239020" y="2579012"/>
            <a:ext cx="2983184" cy="2983184"/>
            <a:chOff x="0" y="0"/>
            <a:chExt cx="6350000" cy="635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5715000" y="6350000"/>
                  </a:moveTo>
                  <a:lnTo>
                    <a:pt x="635000" y="6350000"/>
                  </a:lnTo>
                  <a:cubicBezTo>
                    <a:pt x="284480" y="6350000"/>
                    <a:pt x="0" y="6065520"/>
                    <a:pt x="0" y="5715000"/>
                  </a:cubicBezTo>
                  <a:lnTo>
                    <a:pt x="0" y="635000"/>
                  </a:lnTo>
                  <a:cubicBezTo>
                    <a:pt x="0" y="284480"/>
                    <a:pt x="284480" y="0"/>
                    <a:pt x="635000" y="0"/>
                  </a:cubicBezTo>
                  <a:lnTo>
                    <a:pt x="5715000" y="0"/>
                  </a:lnTo>
                  <a:cubicBezTo>
                    <a:pt x="6065520" y="0"/>
                    <a:pt x="6350000" y="284480"/>
                    <a:pt x="6350000" y="635000"/>
                  </a:cubicBezTo>
                  <a:lnTo>
                    <a:pt x="6350000" y="5715000"/>
                  </a:lnTo>
                  <a:cubicBezTo>
                    <a:pt x="6350000" y="6065520"/>
                    <a:pt x="6065520" y="6350000"/>
                    <a:pt x="5715000" y="6350000"/>
                  </a:cubicBezTo>
                  <a:close/>
                </a:path>
              </a:pathLst>
            </a:custGeom>
            <a:blipFill>
              <a:blip r:embed="rId12"/>
              <a:stretch>
                <a:fillRect l="-18225" r="-31868"/>
              </a:stretch>
            </a:blipFill>
          </p:spPr>
        </p:sp>
      </p:grpSp>
      <p:sp>
        <p:nvSpPr>
          <p:cNvPr id="23" name="Freeform 23"/>
          <p:cNvSpPr/>
          <p:nvPr/>
        </p:nvSpPr>
        <p:spPr>
          <a:xfrm>
            <a:off x="14553697" y="-2162787"/>
            <a:ext cx="3734303" cy="3936024"/>
          </a:xfrm>
          <a:custGeom>
            <a:avLst/>
            <a:gdLst/>
            <a:ahLst/>
            <a:cxnLst/>
            <a:rect l="l" t="t" r="r" b="b"/>
            <a:pathLst>
              <a:path w="3734303" h="3936024">
                <a:moveTo>
                  <a:pt x="0" y="0"/>
                </a:moveTo>
                <a:lnTo>
                  <a:pt x="3734303" y="0"/>
                </a:lnTo>
                <a:lnTo>
                  <a:pt x="3734303" y="3936024"/>
                </a:lnTo>
                <a:lnTo>
                  <a:pt x="0" y="3936024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6293048" y="1377223"/>
            <a:ext cx="966252" cy="966252"/>
          </a:xfrm>
          <a:custGeom>
            <a:avLst/>
            <a:gdLst/>
            <a:ahLst/>
            <a:cxnLst/>
            <a:rect l="l" t="t" r="r" b="b"/>
            <a:pathLst>
              <a:path w="966252" h="966252">
                <a:moveTo>
                  <a:pt x="0" y="0"/>
                </a:moveTo>
                <a:lnTo>
                  <a:pt x="966252" y="0"/>
                </a:lnTo>
                <a:lnTo>
                  <a:pt x="966252" y="966251"/>
                </a:lnTo>
                <a:lnTo>
                  <a:pt x="0" y="966251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7031024" y="2343474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2" y="0"/>
                </a:lnTo>
                <a:lnTo>
                  <a:pt x="456552" y="456552"/>
                </a:lnTo>
                <a:lnTo>
                  <a:pt x="0" y="456552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5041246" y="1155700"/>
            <a:ext cx="8205508" cy="1111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099"/>
              </a:lnSpc>
            </a:pPr>
            <a:r>
              <a:rPr lang="en-US" sz="6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Galeri Penelitian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47856" y="1873356"/>
            <a:ext cx="5384322" cy="342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Referensi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Sumber</a:t>
            </a:r>
          </a:p>
          <a:p>
            <a:pPr algn="l">
              <a:lnSpc>
                <a:spcPts val="9100"/>
              </a:lnSpc>
            </a:pPr>
            <a:r>
              <a:rPr lang="en-US" sz="6500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Penelitian</a:t>
            </a:r>
          </a:p>
        </p:txBody>
      </p:sp>
      <p:sp>
        <p:nvSpPr>
          <p:cNvPr id="3" name="Freeform 3"/>
          <p:cNvSpPr/>
          <p:nvPr/>
        </p:nvSpPr>
        <p:spPr>
          <a:xfrm>
            <a:off x="-325912" y="6736891"/>
            <a:ext cx="4384217" cy="3551216"/>
          </a:xfrm>
          <a:custGeom>
            <a:avLst/>
            <a:gdLst/>
            <a:ahLst/>
            <a:cxnLst/>
            <a:rect l="l" t="t" r="r" b="b"/>
            <a:pathLst>
              <a:path w="4384217" h="3551216">
                <a:moveTo>
                  <a:pt x="0" y="0"/>
                </a:moveTo>
                <a:lnTo>
                  <a:pt x="4384216" y="0"/>
                </a:lnTo>
                <a:lnTo>
                  <a:pt x="4384216" y="3551216"/>
                </a:lnTo>
                <a:lnTo>
                  <a:pt x="0" y="355121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0" y="10073435"/>
            <a:ext cx="18288000" cy="213565"/>
            <a:chOff x="0" y="0"/>
            <a:chExt cx="4816593" cy="562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0" y="0"/>
            <a:ext cx="18288000" cy="213565"/>
            <a:chOff x="0" y="0"/>
            <a:chExt cx="4816593" cy="5624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4816592" cy="56248"/>
            </a:xfrm>
            <a:custGeom>
              <a:avLst/>
              <a:gdLst/>
              <a:ahLst/>
              <a:cxnLst/>
              <a:rect l="l" t="t" r="r" b="b"/>
              <a:pathLst>
                <a:path w="4816592" h="56248">
                  <a:moveTo>
                    <a:pt x="0" y="0"/>
                  </a:moveTo>
                  <a:lnTo>
                    <a:pt x="4816592" y="0"/>
                  </a:lnTo>
                  <a:lnTo>
                    <a:pt x="4816592" y="56248"/>
                  </a:lnTo>
                  <a:lnTo>
                    <a:pt x="0" y="56248"/>
                  </a:lnTo>
                  <a:close/>
                </a:path>
              </a:pathLst>
            </a:custGeom>
            <a:solidFill>
              <a:srgbClr val="BFDDD2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4816593" cy="94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389196" y="598254"/>
            <a:ext cx="851704" cy="777374"/>
          </a:xfrm>
          <a:custGeom>
            <a:avLst/>
            <a:gdLst/>
            <a:ahLst/>
            <a:cxnLst/>
            <a:rect l="l" t="t" r="r" b="b"/>
            <a:pathLst>
              <a:path w="851704" h="777374">
                <a:moveTo>
                  <a:pt x="0" y="0"/>
                </a:moveTo>
                <a:lnTo>
                  <a:pt x="851705" y="0"/>
                </a:lnTo>
                <a:lnTo>
                  <a:pt x="851705" y="777374"/>
                </a:lnTo>
                <a:lnTo>
                  <a:pt x="0" y="77737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632097" y="758341"/>
            <a:ext cx="365904" cy="337962"/>
          </a:xfrm>
          <a:custGeom>
            <a:avLst/>
            <a:gdLst/>
            <a:ahLst/>
            <a:cxnLst/>
            <a:rect l="l" t="t" r="r" b="b"/>
            <a:pathLst>
              <a:path w="365904" h="337962">
                <a:moveTo>
                  <a:pt x="0" y="0"/>
                </a:moveTo>
                <a:lnTo>
                  <a:pt x="365903" y="0"/>
                </a:lnTo>
                <a:lnTo>
                  <a:pt x="365903" y="337962"/>
                </a:lnTo>
                <a:lnTo>
                  <a:pt x="0" y="33796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6564000" y="8834437"/>
            <a:ext cx="955170" cy="762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299"/>
              </a:lnSpc>
            </a:pPr>
            <a:r>
              <a:rPr lang="en-US" sz="4499" b="1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14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6564000" y="8877554"/>
            <a:ext cx="0" cy="761492"/>
          </a:xfrm>
          <a:prstGeom prst="line">
            <a:avLst/>
          </a:prstGeom>
          <a:ln w="95250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AutoShape 14"/>
          <p:cNvSpPr/>
          <p:nvPr/>
        </p:nvSpPr>
        <p:spPr>
          <a:xfrm flipV="1">
            <a:off x="8598840" y="1828349"/>
            <a:ext cx="0" cy="6630302"/>
          </a:xfrm>
          <a:prstGeom prst="line">
            <a:avLst/>
          </a:prstGeom>
          <a:ln w="66675" cap="flat">
            <a:solidFill>
              <a:srgbClr val="5DA295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5" name="Freeform 15"/>
          <p:cNvSpPr/>
          <p:nvPr/>
        </p:nvSpPr>
        <p:spPr>
          <a:xfrm>
            <a:off x="16611625" y="599086"/>
            <a:ext cx="1206502" cy="1206502"/>
          </a:xfrm>
          <a:custGeom>
            <a:avLst/>
            <a:gdLst/>
            <a:ahLst/>
            <a:cxnLst/>
            <a:rect l="l" t="t" r="r" b="b"/>
            <a:pathLst>
              <a:path w="1206502" h="1206502">
                <a:moveTo>
                  <a:pt x="0" y="0"/>
                </a:moveTo>
                <a:lnTo>
                  <a:pt x="1206501" y="0"/>
                </a:lnTo>
                <a:lnTo>
                  <a:pt x="1206501" y="1206502"/>
                </a:lnTo>
                <a:lnTo>
                  <a:pt x="0" y="120650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2414780" y="7736953"/>
            <a:ext cx="1140601" cy="1140601"/>
          </a:xfrm>
          <a:custGeom>
            <a:avLst/>
            <a:gdLst/>
            <a:ahLst/>
            <a:cxnLst/>
            <a:rect l="l" t="t" r="r" b="b"/>
            <a:pathLst>
              <a:path w="1140601" h="1140601">
                <a:moveTo>
                  <a:pt x="0" y="0"/>
                </a:moveTo>
                <a:lnTo>
                  <a:pt x="1140601" y="0"/>
                </a:lnTo>
                <a:lnTo>
                  <a:pt x="1140601" y="1140601"/>
                </a:lnTo>
                <a:lnTo>
                  <a:pt x="0" y="1140601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3327105" y="7258226"/>
            <a:ext cx="456551" cy="456551"/>
          </a:xfrm>
          <a:custGeom>
            <a:avLst/>
            <a:gdLst/>
            <a:ahLst/>
            <a:cxnLst/>
            <a:rect l="l" t="t" r="r" b="b"/>
            <a:pathLst>
              <a:path w="456551" h="456551">
                <a:moveTo>
                  <a:pt x="0" y="0"/>
                </a:moveTo>
                <a:lnTo>
                  <a:pt x="456551" y="0"/>
                </a:lnTo>
                <a:lnTo>
                  <a:pt x="456551" y="456551"/>
                </a:lnTo>
                <a:lnTo>
                  <a:pt x="0" y="456551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9223506" y="1949556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9223506" y="352760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223506" y="510367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223506" y="6679741"/>
            <a:ext cx="5816638" cy="10998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Referensi sumber penelitian</a:t>
            </a:r>
          </a:p>
          <a:p>
            <a:pPr algn="l">
              <a:lnSpc>
                <a:spcPts val="4480"/>
              </a:lnSpc>
            </a:pPr>
            <a:r>
              <a:rPr lang="en-US" sz="320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dapat anda tuliskan di sini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45845" y="567841"/>
            <a:ext cx="2770259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UNIVERSITAS</a:t>
            </a:r>
          </a:p>
          <a:p>
            <a:pPr algn="l">
              <a:lnSpc>
                <a:spcPts val="3360"/>
              </a:lnSpc>
            </a:pPr>
            <a:r>
              <a:rPr lang="en-US" sz="2800" spc="140">
                <a:solidFill>
                  <a:srgbClr val="000000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TIMMERMAN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429915" y="8963025"/>
            <a:ext cx="4752692" cy="523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200"/>
              </a:lnSpc>
            </a:pPr>
            <a:r>
              <a:rPr lang="en-US" sz="3000" b="1" spc="300">
                <a:solidFill>
                  <a:srgbClr val="000000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SEMINAR PROPOSAL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FDDD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785341" y="1679079"/>
            <a:ext cx="14717318" cy="6928841"/>
            <a:chOff x="0" y="0"/>
            <a:chExt cx="3876166" cy="18248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76166" cy="1824880"/>
            </a:xfrm>
            <a:custGeom>
              <a:avLst/>
              <a:gdLst/>
              <a:ahLst/>
              <a:cxnLst/>
              <a:rect l="l" t="t" r="r" b="b"/>
              <a:pathLst>
                <a:path w="3876166" h="1824880">
                  <a:moveTo>
                    <a:pt x="0" y="0"/>
                  </a:moveTo>
                  <a:lnTo>
                    <a:pt x="3876166" y="0"/>
                  </a:lnTo>
                  <a:lnTo>
                    <a:pt x="3876166" y="1824880"/>
                  </a:lnTo>
                  <a:lnTo>
                    <a:pt x="0" y="1824880"/>
                  </a:lnTo>
                  <a:close/>
                </a:path>
              </a:pathLst>
            </a:custGeom>
            <a:solidFill>
              <a:srgbClr val="5DA29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876166" cy="186298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3061903" y="-1566138"/>
            <a:ext cx="4761674" cy="4761674"/>
          </a:xfrm>
          <a:custGeom>
            <a:avLst/>
            <a:gdLst/>
            <a:ahLst/>
            <a:cxnLst/>
            <a:rect l="l" t="t" r="r" b="b"/>
            <a:pathLst>
              <a:path w="4761674" h="4761674">
                <a:moveTo>
                  <a:pt x="0" y="0"/>
                </a:moveTo>
                <a:lnTo>
                  <a:pt x="4761674" y="0"/>
                </a:lnTo>
                <a:lnTo>
                  <a:pt x="4761674" y="4761675"/>
                </a:lnTo>
                <a:lnTo>
                  <a:pt x="0" y="47616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5442740" y="2842069"/>
            <a:ext cx="1413018" cy="1236391"/>
            <a:chOff x="0" y="0"/>
            <a:chExt cx="812800" cy="7112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127000" y="292100"/>
              <a:ext cx="558800" cy="3683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28700" y="1313694"/>
            <a:ext cx="1528376" cy="1528376"/>
          </a:xfrm>
          <a:custGeom>
            <a:avLst/>
            <a:gdLst/>
            <a:ahLst/>
            <a:cxnLst/>
            <a:rect l="l" t="t" r="r" b="b"/>
            <a:pathLst>
              <a:path w="1528376" h="1528376">
                <a:moveTo>
                  <a:pt x="0" y="0"/>
                </a:moveTo>
                <a:lnTo>
                  <a:pt x="1528376" y="0"/>
                </a:lnTo>
                <a:lnTo>
                  <a:pt x="1528376" y="1528375"/>
                </a:lnTo>
                <a:lnTo>
                  <a:pt x="0" y="152837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24221" y="7272116"/>
            <a:ext cx="4777529" cy="4771073"/>
          </a:xfrm>
          <a:custGeom>
            <a:avLst/>
            <a:gdLst/>
            <a:ahLst/>
            <a:cxnLst/>
            <a:rect l="l" t="t" r="r" b="b"/>
            <a:pathLst>
              <a:path w="4777529" h="4771073">
                <a:moveTo>
                  <a:pt x="0" y="0"/>
                </a:moveTo>
                <a:lnTo>
                  <a:pt x="4777529" y="0"/>
                </a:lnTo>
                <a:lnTo>
                  <a:pt x="4777529" y="4771073"/>
                </a:lnTo>
                <a:lnTo>
                  <a:pt x="0" y="47710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2386547" y="3908425"/>
            <a:ext cx="13514906" cy="2222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199"/>
              </a:lnSpc>
            </a:pPr>
            <a:r>
              <a:rPr lang="en-US" sz="12999" b="1">
                <a:solidFill>
                  <a:srgbClr val="FFFFFF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Terima Kasih</a:t>
            </a:r>
          </a:p>
        </p:txBody>
      </p:sp>
      <p:sp>
        <p:nvSpPr>
          <p:cNvPr id="12" name="Freeform 12"/>
          <p:cNvSpPr/>
          <p:nvPr/>
        </p:nvSpPr>
        <p:spPr>
          <a:xfrm>
            <a:off x="4317571" y="7272116"/>
            <a:ext cx="1084179" cy="1084179"/>
          </a:xfrm>
          <a:custGeom>
            <a:avLst/>
            <a:gdLst/>
            <a:ahLst/>
            <a:cxnLst/>
            <a:rect l="l" t="t" r="r" b="b"/>
            <a:pathLst>
              <a:path w="1084179" h="1084179">
                <a:moveTo>
                  <a:pt x="0" y="0"/>
                </a:moveTo>
                <a:lnTo>
                  <a:pt x="1084179" y="0"/>
                </a:lnTo>
                <a:lnTo>
                  <a:pt x="1084179" y="1084179"/>
                </a:lnTo>
                <a:lnTo>
                  <a:pt x="0" y="108417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583</Words>
  <Application>Microsoft Office PowerPoint</Application>
  <PresentationFormat>Custom</PresentationFormat>
  <Paragraphs>210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Calibri</vt:lpstr>
      <vt:lpstr>Arial</vt:lpstr>
      <vt:lpstr>Glacial Indifference</vt:lpstr>
      <vt:lpstr>Glacial Indifference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Hijau minimalis formal seminar proposal presentasi</dc:title>
  <dc:creator>PAUL WENNY</dc:creator>
  <cp:lastModifiedBy>PAULINUS WENEHENUBUN</cp:lastModifiedBy>
  <cp:revision>13</cp:revision>
  <dcterms:created xsi:type="dcterms:W3CDTF">2006-08-16T00:00:00Z</dcterms:created>
  <dcterms:modified xsi:type="dcterms:W3CDTF">2025-10-20T21:48:00Z</dcterms:modified>
  <dc:identifier>DAG2W5842iE</dc:identifier>
</cp:coreProperties>
</file>